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9" r:id="rId7"/>
    <p:sldId id="271" r:id="rId8"/>
    <p:sldId id="272" r:id="rId9"/>
    <p:sldId id="273" r:id="rId10"/>
    <p:sldId id="274" r:id="rId11"/>
    <p:sldId id="275" r:id="rId12"/>
    <p:sldId id="277" r:id="rId13"/>
    <p:sldId id="276" r:id="rId14"/>
    <p:sldId id="26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143CB9-5F83-42C9-A729-26DF7FAB075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B571F9-BBEC-469B-BEEE-CDC6F90DE653}">
      <dgm:prSet phldrT="[Text]"/>
      <dgm:spPr/>
      <dgm:t>
        <a:bodyPr/>
        <a:lstStyle/>
        <a:p>
          <a:r>
            <a:rPr lang="en-US" dirty="0"/>
            <a:t>Internet Attackers</a:t>
          </a:r>
        </a:p>
      </dgm:t>
    </dgm:pt>
    <dgm:pt modelId="{DF21BB27-BE7E-4C25-9426-660189528248}" type="parTrans" cxnId="{B543A321-364D-4C4E-87DF-B6B44F8FB701}">
      <dgm:prSet/>
      <dgm:spPr/>
      <dgm:t>
        <a:bodyPr/>
        <a:lstStyle/>
        <a:p>
          <a:endParaRPr lang="en-US"/>
        </a:p>
      </dgm:t>
    </dgm:pt>
    <dgm:pt modelId="{67C01624-C3AA-42C4-A73B-A0768686E421}" type="sibTrans" cxnId="{B543A321-364D-4C4E-87DF-B6B44F8FB701}">
      <dgm:prSet/>
      <dgm:spPr/>
      <dgm:t>
        <a:bodyPr/>
        <a:lstStyle/>
        <a:p>
          <a:endParaRPr lang="en-US"/>
        </a:p>
      </dgm:t>
    </dgm:pt>
    <dgm:pt modelId="{37BA9B8D-87BC-4B78-84F7-2CAFE73892AF}">
      <dgm:prSet phldrT="[Text]"/>
      <dgm:spPr/>
      <dgm:t>
        <a:bodyPr/>
        <a:lstStyle/>
        <a:p>
          <a:r>
            <a:rPr lang="en-US" dirty="0"/>
            <a:t>Cowrie SSH Honeypot</a:t>
          </a:r>
        </a:p>
      </dgm:t>
    </dgm:pt>
    <dgm:pt modelId="{817716E8-5D46-4314-942A-C00AB6317344}" type="parTrans" cxnId="{EC009B82-22D7-4C1C-A838-9DB7F9677A1C}">
      <dgm:prSet/>
      <dgm:spPr/>
      <dgm:t>
        <a:bodyPr/>
        <a:lstStyle/>
        <a:p>
          <a:endParaRPr lang="en-US"/>
        </a:p>
      </dgm:t>
    </dgm:pt>
    <dgm:pt modelId="{EEF5FC35-8CAE-4357-BAE2-26DEB2D87060}" type="sibTrans" cxnId="{EC009B82-22D7-4C1C-A838-9DB7F9677A1C}">
      <dgm:prSet/>
      <dgm:spPr/>
      <dgm:t>
        <a:bodyPr/>
        <a:lstStyle/>
        <a:p>
          <a:endParaRPr lang="en-US"/>
        </a:p>
      </dgm:t>
    </dgm:pt>
    <dgm:pt modelId="{5408B963-87EE-4E90-8089-DB24176E6F45}">
      <dgm:prSet phldrT="[Text]"/>
      <dgm:spPr/>
      <dgm:t>
        <a:bodyPr/>
        <a:lstStyle/>
        <a:p>
          <a:r>
            <a:rPr lang="en-US" dirty="0"/>
            <a:t>Log Collection</a:t>
          </a:r>
        </a:p>
      </dgm:t>
    </dgm:pt>
    <dgm:pt modelId="{BA978990-1970-4CD8-A75D-6358478A8D47}" type="parTrans" cxnId="{B454591A-277A-4946-AE66-76E6941B69DA}">
      <dgm:prSet/>
      <dgm:spPr/>
      <dgm:t>
        <a:bodyPr/>
        <a:lstStyle/>
        <a:p>
          <a:endParaRPr lang="en-US"/>
        </a:p>
      </dgm:t>
    </dgm:pt>
    <dgm:pt modelId="{8AE87E80-D41A-4886-82AB-3E2CDC60DDA2}" type="sibTrans" cxnId="{B454591A-277A-4946-AE66-76E6941B69DA}">
      <dgm:prSet/>
      <dgm:spPr/>
      <dgm:t>
        <a:bodyPr/>
        <a:lstStyle/>
        <a:p>
          <a:endParaRPr lang="en-US"/>
        </a:p>
      </dgm:t>
    </dgm:pt>
    <dgm:pt modelId="{22774A1E-6491-4734-B8F0-E720D6101BDA}">
      <dgm:prSet phldrT="[Text]" phldr="0"/>
      <dgm:spPr/>
      <dgm:t>
        <a:bodyPr/>
        <a:lstStyle/>
        <a:p>
          <a:r>
            <a:rPr lang="en-US" dirty="0"/>
            <a:t>Python Analysis Backend</a:t>
          </a:r>
        </a:p>
      </dgm:t>
    </dgm:pt>
    <dgm:pt modelId="{8A8E6A0C-40CC-437B-B1CA-8A50E3E6A241}" type="parTrans" cxnId="{59B88AF1-D6EB-4891-9BBA-A04EEBFE2516}">
      <dgm:prSet/>
      <dgm:spPr/>
      <dgm:t>
        <a:bodyPr/>
        <a:lstStyle/>
        <a:p>
          <a:endParaRPr lang="en-US"/>
        </a:p>
      </dgm:t>
    </dgm:pt>
    <dgm:pt modelId="{D1E32DCA-AAAE-4C24-B8A0-1D301DCEB16E}" type="sibTrans" cxnId="{59B88AF1-D6EB-4891-9BBA-A04EEBFE2516}">
      <dgm:prSet/>
      <dgm:spPr/>
      <dgm:t>
        <a:bodyPr/>
        <a:lstStyle/>
        <a:p>
          <a:endParaRPr lang="en-US"/>
        </a:p>
      </dgm:t>
    </dgm:pt>
    <dgm:pt modelId="{FA133502-93BD-433C-908A-9C707F789D12}">
      <dgm:prSet phldrT="[Text]" phldr="0"/>
      <dgm:spPr/>
      <dgm:t>
        <a:bodyPr/>
        <a:lstStyle/>
        <a:p>
          <a:r>
            <a:rPr lang="en-US" dirty="0"/>
            <a:t>PostgreSQL Database</a:t>
          </a:r>
        </a:p>
      </dgm:t>
    </dgm:pt>
    <dgm:pt modelId="{79884605-ED48-485C-ADDA-7A9CCAE2DDBC}" type="parTrans" cxnId="{585531F8-0341-4FE8-89E2-FA3CA751D780}">
      <dgm:prSet/>
      <dgm:spPr/>
      <dgm:t>
        <a:bodyPr/>
        <a:lstStyle/>
        <a:p>
          <a:endParaRPr lang="en-US"/>
        </a:p>
      </dgm:t>
    </dgm:pt>
    <dgm:pt modelId="{C6567727-CB09-46CA-87C1-2317F72B6F80}" type="sibTrans" cxnId="{585531F8-0341-4FE8-89E2-FA3CA751D780}">
      <dgm:prSet/>
      <dgm:spPr/>
      <dgm:t>
        <a:bodyPr/>
        <a:lstStyle/>
        <a:p>
          <a:endParaRPr lang="en-US"/>
        </a:p>
      </dgm:t>
    </dgm:pt>
    <dgm:pt modelId="{9AD0D337-F7EA-40AC-81C1-ACC9A8117561}">
      <dgm:prSet phldrT="[Text]" phldr="0"/>
      <dgm:spPr/>
      <dgm:t>
        <a:bodyPr/>
        <a:lstStyle/>
        <a:p>
          <a:r>
            <a:rPr lang="en-US" dirty="0"/>
            <a:t>Flask Dashboard</a:t>
          </a:r>
        </a:p>
      </dgm:t>
    </dgm:pt>
    <dgm:pt modelId="{9D91E1CE-4525-4F41-90C2-013B0CEDE8ED}" type="parTrans" cxnId="{8EBCFA9F-1129-4274-9974-671825D644B5}">
      <dgm:prSet/>
      <dgm:spPr/>
      <dgm:t>
        <a:bodyPr/>
        <a:lstStyle/>
        <a:p>
          <a:endParaRPr lang="en-US"/>
        </a:p>
      </dgm:t>
    </dgm:pt>
    <dgm:pt modelId="{5D06BEAA-5BCF-47B5-A0DE-567E7651F414}" type="sibTrans" cxnId="{8EBCFA9F-1129-4274-9974-671825D644B5}">
      <dgm:prSet/>
      <dgm:spPr/>
      <dgm:t>
        <a:bodyPr/>
        <a:lstStyle/>
        <a:p>
          <a:endParaRPr lang="en-US"/>
        </a:p>
      </dgm:t>
    </dgm:pt>
    <dgm:pt modelId="{C41F00FF-E42F-432C-8198-3968DF869E6B}" type="pres">
      <dgm:prSet presAssocID="{AC143CB9-5F83-42C9-A729-26DF7FAB0751}" presName="rootnode" presStyleCnt="0">
        <dgm:presLayoutVars>
          <dgm:chMax/>
          <dgm:chPref/>
          <dgm:dir/>
          <dgm:animLvl val="lvl"/>
        </dgm:presLayoutVars>
      </dgm:prSet>
      <dgm:spPr/>
    </dgm:pt>
    <dgm:pt modelId="{1979D3C0-C582-4E7B-9B09-88BD72BCC124}" type="pres">
      <dgm:prSet presAssocID="{5AB571F9-BBEC-469B-BEEE-CDC6F90DE653}" presName="composite" presStyleCnt="0"/>
      <dgm:spPr/>
    </dgm:pt>
    <dgm:pt modelId="{5C43593A-1CCC-42E4-B769-7009D46394A6}" type="pres">
      <dgm:prSet presAssocID="{5AB571F9-BBEC-469B-BEEE-CDC6F90DE653}" presName="bentUpArrow1" presStyleLbl="alignImgPlace1" presStyleIdx="0" presStyleCnt="5"/>
      <dgm:spPr/>
    </dgm:pt>
    <dgm:pt modelId="{A4775C1D-7AE8-42A0-AD83-594B54904301}" type="pres">
      <dgm:prSet presAssocID="{5AB571F9-BBEC-469B-BEEE-CDC6F90DE653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BABF4E2-CC2D-4E70-ABB7-A5098947A16F}" type="pres">
      <dgm:prSet presAssocID="{5AB571F9-BBEC-469B-BEEE-CDC6F90DE653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D1B5475-0643-43C1-B043-9D61F92254E6}" type="pres">
      <dgm:prSet presAssocID="{67C01624-C3AA-42C4-A73B-A0768686E421}" presName="sibTrans" presStyleCnt="0"/>
      <dgm:spPr/>
    </dgm:pt>
    <dgm:pt modelId="{E42829C7-AC65-4622-B4F7-EA97F661FDA7}" type="pres">
      <dgm:prSet presAssocID="{37BA9B8D-87BC-4B78-84F7-2CAFE73892AF}" presName="composite" presStyleCnt="0"/>
      <dgm:spPr/>
    </dgm:pt>
    <dgm:pt modelId="{271DC000-B9EA-4EDF-9392-70D31C80F337}" type="pres">
      <dgm:prSet presAssocID="{37BA9B8D-87BC-4B78-84F7-2CAFE73892AF}" presName="bentUpArrow1" presStyleLbl="alignImgPlace1" presStyleIdx="1" presStyleCnt="5"/>
      <dgm:spPr/>
    </dgm:pt>
    <dgm:pt modelId="{A7083DB2-AC38-48C9-8176-C92030EAB29A}" type="pres">
      <dgm:prSet presAssocID="{37BA9B8D-87BC-4B78-84F7-2CAFE73892AF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CDF7B49C-BCAD-4198-9279-BDCFB4264F3C}" type="pres">
      <dgm:prSet presAssocID="{37BA9B8D-87BC-4B78-84F7-2CAFE73892AF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900C26BC-211F-4A96-BE1B-312F884F887D}" type="pres">
      <dgm:prSet presAssocID="{EEF5FC35-8CAE-4357-BAE2-26DEB2D87060}" presName="sibTrans" presStyleCnt="0"/>
      <dgm:spPr/>
    </dgm:pt>
    <dgm:pt modelId="{E212B7F6-FF6F-4343-B86F-4E2DB5BA0A84}" type="pres">
      <dgm:prSet presAssocID="{5408B963-87EE-4E90-8089-DB24176E6F45}" presName="composite" presStyleCnt="0"/>
      <dgm:spPr/>
    </dgm:pt>
    <dgm:pt modelId="{6759952C-FFE4-4C9F-A55F-DC8B262D7B84}" type="pres">
      <dgm:prSet presAssocID="{5408B963-87EE-4E90-8089-DB24176E6F45}" presName="bentUpArrow1" presStyleLbl="alignImgPlace1" presStyleIdx="2" presStyleCnt="5"/>
      <dgm:spPr/>
    </dgm:pt>
    <dgm:pt modelId="{BCEC6530-EC0D-4EBA-AFFB-52C16519EDB2}" type="pres">
      <dgm:prSet presAssocID="{5408B963-87EE-4E90-8089-DB24176E6F45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4B3D3F2-34A2-4118-A2BF-256D49DD590F}" type="pres">
      <dgm:prSet presAssocID="{5408B963-87EE-4E90-8089-DB24176E6F45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A0ED8BC8-C538-46F2-9BB9-A62E07B0C2CF}" type="pres">
      <dgm:prSet presAssocID="{8AE87E80-D41A-4886-82AB-3E2CDC60DDA2}" presName="sibTrans" presStyleCnt="0"/>
      <dgm:spPr/>
    </dgm:pt>
    <dgm:pt modelId="{F26DCBC6-BA52-4DD1-BE1B-4ADFD0FFA8DA}" type="pres">
      <dgm:prSet presAssocID="{22774A1E-6491-4734-B8F0-E720D6101BDA}" presName="composite" presStyleCnt="0"/>
      <dgm:spPr/>
    </dgm:pt>
    <dgm:pt modelId="{A478C256-7E27-47D6-B8C3-4309D3502AAE}" type="pres">
      <dgm:prSet presAssocID="{22774A1E-6491-4734-B8F0-E720D6101BDA}" presName="bentUpArrow1" presStyleLbl="alignImgPlace1" presStyleIdx="3" presStyleCnt="5"/>
      <dgm:spPr/>
    </dgm:pt>
    <dgm:pt modelId="{878530E2-F084-4CC6-BDC9-736E31C4ABCF}" type="pres">
      <dgm:prSet presAssocID="{22774A1E-6491-4734-B8F0-E720D6101BD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7930A223-FA46-4399-926C-A171AEFD73F3}" type="pres">
      <dgm:prSet presAssocID="{22774A1E-6491-4734-B8F0-E720D6101BDA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CC9AA30-77A7-4697-A851-289F98A4B3DA}" type="pres">
      <dgm:prSet presAssocID="{D1E32DCA-AAAE-4C24-B8A0-1D301DCEB16E}" presName="sibTrans" presStyleCnt="0"/>
      <dgm:spPr/>
    </dgm:pt>
    <dgm:pt modelId="{CEB236CE-E906-4121-AFE9-704328BF9654}" type="pres">
      <dgm:prSet presAssocID="{FA133502-93BD-433C-908A-9C707F789D12}" presName="composite" presStyleCnt="0"/>
      <dgm:spPr/>
    </dgm:pt>
    <dgm:pt modelId="{4F793773-61AB-4701-9814-6F2F7861C447}" type="pres">
      <dgm:prSet presAssocID="{FA133502-93BD-433C-908A-9C707F789D12}" presName="bentUpArrow1" presStyleLbl="alignImgPlace1" presStyleIdx="4" presStyleCnt="5"/>
      <dgm:spPr/>
    </dgm:pt>
    <dgm:pt modelId="{05E949DE-0A4B-419E-8C50-D6B91D2AE9D3}" type="pres">
      <dgm:prSet presAssocID="{FA133502-93BD-433C-908A-9C707F789D12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E96FCCD-5CA7-4005-AB79-FB40CF62EAF3}" type="pres">
      <dgm:prSet presAssocID="{FA133502-93BD-433C-908A-9C707F789D12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07546035-CB83-4001-8FE4-24EB6506BDE2}" type="pres">
      <dgm:prSet presAssocID="{C6567727-CB09-46CA-87C1-2317F72B6F80}" presName="sibTrans" presStyleCnt="0"/>
      <dgm:spPr/>
    </dgm:pt>
    <dgm:pt modelId="{8727E8C2-1BFD-438D-A19D-ED9700491790}" type="pres">
      <dgm:prSet presAssocID="{9AD0D337-F7EA-40AC-81C1-ACC9A8117561}" presName="composite" presStyleCnt="0"/>
      <dgm:spPr/>
    </dgm:pt>
    <dgm:pt modelId="{120F2513-56C8-4C1E-8479-0B70F06EF3FB}" type="pres">
      <dgm:prSet presAssocID="{9AD0D337-F7EA-40AC-81C1-ACC9A8117561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B454591A-277A-4946-AE66-76E6941B69DA}" srcId="{AC143CB9-5F83-42C9-A729-26DF7FAB0751}" destId="{5408B963-87EE-4E90-8089-DB24176E6F45}" srcOrd="2" destOrd="0" parTransId="{BA978990-1970-4CD8-A75D-6358478A8D47}" sibTransId="{8AE87E80-D41A-4886-82AB-3E2CDC60DDA2}"/>
    <dgm:cxn modelId="{B543A321-364D-4C4E-87DF-B6B44F8FB701}" srcId="{AC143CB9-5F83-42C9-A729-26DF7FAB0751}" destId="{5AB571F9-BBEC-469B-BEEE-CDC6F90DE653}" srcOrd="0" destOrd="0" parTransId="{DF21BB27-BE7E-4C25-9426-660189528248}" sibTransId="{67C01624-C3AA-42C4-A73B-A0768686E421}"/>
    <dgm:cxn modelId="{12783C29-4F47-4DC7-8C45-CDDA6B2B2F1A}" type="presOf" srcId="{5AB571F9-BBEC-469B-BEEE-CDC6F90DE653}" destId="{A4775C1D-7AE8-42A0-AD83-594B54904301}" srcOrd="0" destOrd="0" presId="urn:microsoft.com/office/officeart/2005/8/layout/StepDownProcess"/>
    <dgm:cxn modelId="{F528A12A-5748-44E9-A4B5-BB7F6582D34C}" type="presOf" srcId="{AC143CB9-5F83-42C9-A729-26DF7FAB0751}" destId="{C41F00FF-E42F-432C-8198-3968DF869E6B}" srcOrd="0" destOrd="0" presId="urn:microsoft.com/office/officeart/2005/8/layout/StepDownProcess"/>
    <dgm:cxn modelId="{38D33363-1354-4DFC-9DA6-2AA3C288BD18}" type="presOf" srcId="{FA133502-93BD-433C-908A-9C707F789D12}" destId="{05E949DE-0A4B-419E-8C50-D6B91D2AE9D3}" srcOrd="0" destOrd="0" presId="urn:microsoft.com/office/officeart/2005/8/layout/StepDownProcess"/>
    <dgm:cxn modelId="{22B9FB71-0213-482F-9DB8-150303B74ADB}" type="presOf" srcId="{37BA9B8D-87BC-4B78-84F7-2CAFE73892AF}" destId="{A7083DB2-AC38-48C9-8176-C92030EAB29A}" srcOrd="0" destOrd="0" presId="urn:microsoft.com/office/officeart/2005/8/layout/StepDownProcess"/>
    <dgm:cxn modelId="{971EB678-908B-4DB9-BFBA-E75858E97D26}" type="presOf" srcId="{5408B963-87EE-4E90-8089-DB24176E6F45}" destId="{BCEC6530-EC0D-4EBA-AFFB-52C16519EDB2}" srcOrd="0" destOrd="0" presId="urn:microsoft.com/office/officeart/2005/8/layout/StepDownProcess"/>
    <dgm:cxn modelId="{EC009B82-22D7-4C1C-A838-9DB7F9677A1C}" srcId="{AC143CB9-5F83-42C9-A729-26DF7FAB0751}" destId="{37BA9B8D-87BC-4B78-84F7-2CAFE73892AF}" srcOrd="1" destOrd="0" parTransId="{817716E8-5D46-4314-942A-C00AB6317344}" sibTransId="{EEF5FC35-8CAE-4357-BAE2-26DEB2D87060}"/>
    <dgm:cxn modelId="{8EBCFA9F-1129-4274-9974-671825D644B5}" srcId="{AC143CB9-5F83-42C9-A729-26DF7FAB0751}" destId="{9AD0D337-F7EA-40AC-81C1-ACC9A8117561}" srcOrd="5" destOrd="0" parTransId="{9D91E1CE-4525-4F41-90C2-013B0CEDE8ED}" sibTransId="{5D06BEAA-5BCF-47B5-A0DE-567E7651F414}"/>
    <dgm:cxn modelId="{CAB895A0-3663-42CC-BB2B-3217EAEFA7F7}" type="presOf" srcId="{9AD0D337-F7EA-40AC-81C1-ACC9A8117561}" destId="{120F2513-56C8-4C1E-8479-0B70F06EF3FB}" srcOrd="0" destOrd="0" presId="urn:microsoft.com/office/officeart/2005/8/layout/StepDownProcess"/>
    <dgm:cxn modelId="{9A03BED6-A466-4F13-AB11-F174B1DDF861}" type="presOf" srcId="{22774A1E-6491-4734-B8F0-E720D6101BDA}" destId="{878530E2-F084-4CC6-BDC9-736E31C4ABCF}" srcOrd="0" destOrd="0" presId="urn:microsoft.com/office/officeart/2005/8/layout/StepDownProcess"/>
    <dgm:cxn modelId="{59B88AF1-D6EB-4891-9BBA-A04EEBFE2516}" srcId="{AC143CB9-5F83-42C9-A729-26DF7FAB0751}" destId="{22774A1E-6491-4734-B8F0-E720D6101BDA}" srcOrd="3" destOrd="0" parTransId="{8A8E6A0C-40CC-437B-B1CA-8A50E3E6A241}" sibTransId="{D1E32DCA-AAAE-4C24-B8A0-1D301DCEB16E}"/>
    <dgm:cxn modelId="{585531F8-0341-4FE8-89E2-FA3CA751D780}" srcId="{AC143CB9-5F83-42C9-A729-26DF7FAB0751}" destId="{FA133502-93BD-433C-908A-9C707F789D12}" srcOrd="4" destOrd="0" parTransId="{79884605-ED48-485C-ADDA-7A9CCAE2DDBC}" sibTransId="{C6567727-CB09-46CA-87C1-2317F72B6F80}"/>
    <dgm:cxn modelId="{47DB47EE-F64E-4F20-ACB1-6F3CDFBA1A64}" type="presParOf" srcId="{C41F00FF-E42F-432C-8198-3968DF869E6B}" destId="{1979D3C0-C582-4E7B-9B09-88BD72BCC124}" srcOrd="0" destOrd="0" presId="urn:microsoft.com/office/officeart/2005/8/layout/StepDownProcess"/>
    <dgm:cxn modelId="{8E3E8107-071B-40C1-8C0A-B5D1DF2B8651}" type="presParOf" srcId="{1979D3C0-C582-4E7B-9B09-88BD72BCC124}" destId="{5C43593A-1CCC-42E4-B769-7009D46394A6}" srcOrd="0" destOrd="0" presId="urn:microsoft.com/office/officeart/2005/8/layout/StepDownProcess"/>
    <dgm:cxn modelId="{70F3FF1E-CEA2-46A0-AFE1-33740C0F01FC}" type="presParOf" srcId="{1979D3C0-C582-4E7B-9B09-88BD72BCC124}" destId="{A4775C1D-7AE8-42A0-AD83-594B54904301}" srcOrd="1" destOrd="0" presId="urn:microsoft.com/office/officeart/2005/8/layout/StepDownProcess"/>
    <dgm:cxn modelId="{EB9FC403-607D-4961-B9DC-4BBDC7864450}" type="presParOf" srcId="{1979D3C0-C582-4E7B-9B09-88BD72BCC124}" destId="{2BABF4E2-CC2D-4E70-ABB7-A5098947A16F}" srcOrd="2" destOrd="0" presId="urn:microsoft.com/office/officeart/2005/8/layout/StepDownProcess"/>
    <dgm:cxn modelId="{01281E97-DA6B-4561-AC4E-2E0DBE950A01}" type="presParOf" srcId="{C41F00FF-E42F-432C-8198-3968DF869E6B}" destId="{7D1B5475-0643-43C1-B043-9D61F92254E6}" srcOrd="1" destOrd="0" presId="urn:microsoft.com/office/officeart/2005/8/layout/StepDownProcess"/>
    <dgm:cxn modelId="{9505F651-8493-485C-B0AE-4637073A58B6}" type="presParOf" srcId="{C41F00FF-E42F-432C-8198-3968DF869E6B}" destId="{E42829C7-AC65-4622-B4F7-EA97F661FDA7}" srcOrd="2" destOrd="0" presId="urn:microsoft.com/office/officeart/2005/8/layout/StepDownProcess"/>
    <dgm:cxn modelId="{8AAED9C3-7963-4FE2-9043-4CCD136BBAC2}" type="presParOf" srcId="{E42829C7-AC65-4622-B4F7-EA97F661FDA7}" destId="{271DC000-B9EA-4EDF-9392-70D31C80F337}" srcOrd="0" destOrd="0" presId="urn:microsoft.com/office/officeart/2005/8/layout/StepDownProcess"/>
    <dgm:cxn modelId="{D3829404-A018-464A-9D4D-576536E57F18}" type="presParOf" srcId="{E42829C7-AC65-4622-B4F7-EA97F661FDA7}" destId="{A7083DB2-AC38-48C9-8176-C92030EAB29A}" srcOrd="1" destOrd="0" presId="urn:microsoft.com/office/officeart/2005/8/layout/StepDownProcess"/>
    <dgm:cxn modelId="{4D18ADED-A6EF-4C15-93CC-00AC4B00D43E}" type="presParOf" srcId="{E42829C7-AC65-4622-B4F7-EA97F661FDA7}" destId="{CDF7B49C-BCAD-4198-9279-BDCFB4264F3C}" srcOrd="2" destOrd="0" presId="urn:microsoft.com/office/officeart/2005/8/layout/StepDownProcess"/>
    <dgm:cxn modelId="{CF574CA6-145A-4918-9E3E-1EFB6296ED4F}" type="presParOf" srcId="{C41F00FF-E42F-432C-8198-3968DF869E6B}" destId="{900C26BC-211F-4A96-BE1B-312F884F887D}" srcOrd="3" destOrd="0" presId="urn:microsoft.com/office/officeart/2005/8/layout/StepDownProcess"/>
    <dgm:cxn modelId="{0B7ED1B1-8D2F-4132-B7BC-2B8E5C3869F3}" type="presParOf" srcId="{C41F00FF-E42F-432C-8198-3968DF869E6B}" destId="{E212B7F6-FF6F-4343-B86F-4E2DB5BA0A84}" srcOrd="4" destOrd="0" presId="urn:microsoft.com/office/officeart/2005/8/layout/StepDownProcess"/>
    <dgm:cxn modelId="{15BA8C71-866A-4668-A9C1-E8C7F4D14861}" type="presParOf" srcId="{E212B7F6-FF6F-4343-B86F-4E2DB5BA0A84}" destId="{6759952C-FFE4-4C9F-A55F-DC8B262D7B84}" srcOrd="0" destOrd="0" presId="urn:microsoft.com/office/officeart/2005/8/layout/StepDownProcess"/>
    <dgm:cxn modelId="{B2B543C0-7AD6-426D-91F0-CD9F9A9FFA7C}" type="presParOf" srcId="{E212B7F6-FF6F-4343-B86F-4E2DB5BA0A84}" destId="{BCEC6530-EC0D-4EBA-AFFB-52C16519EDB2}" srcOrd="1" destOrd="0" presId="urn:microsoft.com/office/officeart/2005/8/layout/StepDownProcess"/>
    <dgm:cxn modelId="{D6CCD980-A751-4BCC-981C-5C593C86D38F}" type="presParOf" srcId="{E212B7F6-FF6F-4343-B86F-4E2DB5BA0A84}" destId="{C4B3D3F2-34A2-4118-A2BF-256D49DD590F}" srcOrd="2" destOrd="0" presId="urn:microsoft.com/office/officeart/2005/8/layout/StepDownProcess"/>
    <dgm:cxn modelId="{435498D4-A9C5-41CD-B7FF-C8F635437FDE}" type="presParOf" srcId="{C41F00FF-E42F-432C-8198-3968DF869E6B}" destId="{A0ED8BC8-C538-46F2-9BB9-A62E07B0C2CF}" srcOrd="5" destOrd="0" presId="urn:microsoft.com/office/officeart/2005/8/layout/StepDownProcess"/>
    <dgm:cxn modelId="{100575DF-AD96-4905-9F77-DB198BA2EDA3}" type="presParOf" srcId="{C41F00FF-E42F-432C-8198-3968DF869E6B}" destId="{F26DCBC6-BA52-4DD1-BE1B-4ADFD0FFA8DA}" srcOrd="6" destOrd="0" presId="urn:microsoft.com/office/officeart/2005/8/layout/StepDownProcess"/>
    <dgm:cxn modelId="{28842B39-38C1-463A-9451-BEF19227E81D}" type="presParOf" srcId="{F26DCBC6-BA52-4DD1-BE1B-4ADFD0FFA8DA}" destId="{A478C256-7E27-47D6-B8C3-4309D3502AAE}" srcOrd="0" destOrd="0" presId="urn:microsoft.com/office/officeart/2005/8/layout/StepDownProcess"/>
    <dgm:cxn modelId="{B411C5EF-A043-4F9D-B946-C899045CBA4B}" type="presParOf" srcId="{F26DCBC6-BA52-4DD1-BE1B-4ADFD0FFA8DA}" destId="{878530E2-F084-4CC6-BDC9-736E31C4ABCF}" srcOrd="1" destOrd="0" presId="urn:microsoft.com/office/officeart/2005/8/layout/StepDownProcess"/>
    <dgm:cxn modelId="{824C6A8D-BD19-42A6-8A31-E49440FD8A14}" type="presParOf" srcId="{F26DCBC6-BA52-4DD1-BE1B-4ADFD0FFA8DA}" destId="{7930A223-FA46-4399-926C-A171AEFD73F3}" srcOrd="2" destOrd="0" presId="urn:microsoft.com/office/officeart/2005/8/layout/StepDownProcess"/>
    <dgm:cxn modelId="{FA0B95A7-B491-47BE-8CC9-345B1391E047}" type="presParOf" srcId="{C41F00FF-E42F-432C-8198-3968DF869E6B}" destId="{4CC9AA30-77A7-4697-A851-289F98A4B3DA}" srcOrd="7" destOrd="0" presId="urn:microsoft.com/office/officeart/2005/8/layout/StepDownProcess"/>
    <dgm:cxn modelId="{ACEBC89A-F9D7-4788-9765-03FC1B5484FA}" type="presParOf" srcId="{C41F00FF-E42F-432C-8198-3968DF869E6B}" destId="{CEB236CE-E906-4121-AFE9-704328BF9654}" srcOrd="8" destOrd="0" presId="urn:microsoft.com/office/officeart/2005/8/layout/StepDownProcess"/>
    <dgm:cxn modelId="{BF95EC48-9BED-4FB8-9F2E-4FA833A018E2}" type="presParOf" srcId="{CEB236CE-E906-4121-AFE9-704328BF9654}" destId="{4F793773-61AB-4701-9814-6F2F7861C447}" srcOrd="0" destOrd="0" presId="urn:microsoft.com/office/officeart/2005/8/layout/StepDownProcess"/>
    <dgm:cxn modelId="{A5290E65-4A20-4E7A-8F2D-9AFA5033DA4D}" type="presParOf" srcId="{CEB236CE-E906-4121-AFE9-704328BF9654}" destId="{05E949DE-0A4B-419E-8C50-D6B91D2AE9D3}" srcOrd="1" destOrd="0" presId="urn:microsoft.com/office/officeart/2005/8/layout/StepDownProcess"/>
    <dgm:cxn modelId="{DB06D965-3911-4FBB-A58E-C4F2D63BC1AD}" type="presParOf" srcId="{CEB236CE-E906-4121-AFE9-704328BF9654}" destId="{6E96FCCD-5CA7-4005-AB79-FB40CF62EAF3}" srcOrd="2" destOrd="0" presId="urn:microsoft.com/office/officeart/2005/8/layout/StepDownProcess"/>
    <dgm:cxn modelId="{8F50F5F1-EE9E-45C2-BBF0-FDEF47144F47}" type="presParOf" srcId="{C41F00FF-E42F-432C-8198-3968DF869E6B}" destId="{07546035-CB83-4001-8FE4-24EB6506BDE2}" srcOrd="9" destOrd="0" presId="urn:microsoft.com/office/officeart/2005/8/layout/StepDownProcess"/>
    <dgm:cxn modelId="{FB0CED32-3623-4562-9CA0-10794B7633B9}" type="presParOf" srcId="{C41F00FF-E42F-432C-8198-3968DF869E6B}" destId="{8727E8C2-1BFD-438D-A19D-ED9700491790}" srcOrd="10" destOrd="0" presId="urn:microsoft.com/office/officeart/2005/8/layout/StepDownProcess"/>
    <dgm:cxn modelId="{4FA2AB3A-CA8C-484B-9648-EA82FA2378C9}" type="presParOf" srcId="{8727E8C2-1BFD-438D-A19D-ED9700491790}" destId="{120F2513-56C8-4C1E-8479-0B70F06EF3F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0E71E3-2B2F-4B1B-B794-16AD09045F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83CF29-314C-4BC2-8D5B-35761766A487}">
      <dgm:prSet phldrT="[Text]"/>
      <dgm:spPr/>
      <dgm:t>
        <a:bodyPr/>
        <a:lstStyle/>
        <a:p>
          <a:r>
            <a:rPr lang="en-US" dirty="0"/>
            <a:t>Cowrie: Medium</a:t>
          </a:r>
        </a:p>
      </dgm:t>
    </dgm:pt>
    <dgm:pt modelId="{C0EFDDE2-9848-4C4D-A07C-04B191960FA5}" type="parTrans" cxnId="{93913136-4B15-4731-B262-1A82616A3A1E}">
      <dgm:prSet/>
      <dgm:spPr/>
      <dgm:t>
        <a:bodyPr/>
        <a:lstStyle/>
        <a:p>
          <a:endParaRPr lang="en-US"/>
        </a:p>
      </dgm:t>
    </dgm:pt>
    <dgm:pt modelId="{EBB0561A-427C-426A-B90C-71DF26C41258}" type="sibTrans" cxnId="{93913136-4B15-4731-B262-1A82616A3A1E}">
      <dgm:prSet/>
      <dgm:spPr/>
      <dgm:t>
        <a:bodyPr/>
        <a:lstStyle/>
        <a:p>
          <a:endParaRPr lang="en-US"/>
        </a:p>
      </dgm:t>
    </dgm:pt>
    <dgm:pt modelId="{E3686D2B-0E08-4B99-8CE0-86779A79131A}">
      <dgm:prSet phldrT="[Text]"/>
      <dgm:spPr/>
      <dgm:t>
        <a:bodyPr/>
        <a:lstStyle/>
        <a:p>
          <a:r>
            <a:rPr lang="en-US" dirty="0"/>
            <a:t>interaction SSH honeypot</a:t>
          </a:r>
        </a:p>
      </dgm:t>
    </dgm:pt>
    <dgm:pt modelId="{9D33D415-A3BE-4D11-BC76-040A6789AD85}" type="parTrans" cxnId="{29AD553E-34EC-4967-886D-469958DB7AAF}">
      <dgm:prSet/>
      <dgm:spPr/>
      <dgm:t>
        <a:bodyPr/>
        <a:lstStyle/>
        <a:p>
          <a:endParaRPr lang="en-US"/>
        </a:p>
      </dgm:t>
    </dgm:pt>
    <dgm:pt modelId="{23E39849-B327-4924-A6C2-C2229C0C0935}" type="sibTrans" cxnId="{29AD553E-34EC-4967-886D-469958DB7AAF}">
      <dgm:prSet/>
      <dgm:spPr/>
      <dgm:t>
        <a:bodyPr/>
        <a:lstStyle/>
        <a:p>
          <a:endParaRPr lang="en-US"/>
        </a:p>
      </dgm:t>
    </dgm:pt>
    <dgm:pt modelId="{11A4D28D-92C3-4520-AAD1-2385EC3364E3}">
      <dgm:prSet phldrT="[Text]"/>
      <dgm:spPr/>
      <dgm:t>
        <a:bodyPr/>
        <a:lstStyle/>
        <a:p>
          <a:r>
            <a:rPr lang="en-US" dirty="0"/>
            <a:t>Python</a:t>
          </a:r>
        </a:p>
      </dgm:t>
    </dgm:pt>
    <dgm:pt modelId="{FC9927EC-EE97-4CA1-B6B2-F7068DF309CF}" type="parTrans" cxnId="{95E70AAA-5B54-4332-B826-824BB8E0FF88}">
      <dgm:prSet/>
      <dgm:spPr/>
      <dgm:t>
        <a:bodyPr/>
        <a:lstStyle/>
        <a:p>
          <a:endParaRPr lang="en-US"/>
        </a:p>
      </dgm:t>
    </dgm:pt>
    <dgm:pt modelId="{3C0EA5FC-7FB1-4008-8FE4-E0E29B679F5F}" type="sibTrans" cxnId="{95E70AAA-5B54-4332-B826-824BB8E0FF88}">
      <dgm:prSet/>
      <dgm:spPr/>
      <dgm:t>
        <a:bodyPr/>
        <a:lstStyle/>
        <a:p>
          <a:endParaRPr lang="en-US"/>
        </a:p>
      </dgm:t>
    </dgm:pt>
    <dgm:pt modelId="{39F68040-D73A-4CD3-B70F-89E7110E6147}">
      <dgm:prSet phldrT="[Text]"/>
      <dgm:spPr/>
      <dgm:t>
        <a:bodyPr/>
        <a:lstStyle/>
        <a:p>
          <a:r>
            <a:rPr lang="en-US" dirty="0"/>
            <a:t>Log parsing and analysis</a:t>
          </a:r>
        </a:p>
      </dgm:t>
    </dgm:pt>
    <dgm:pt modelId="{EB3C0EF3-4CA9-4B25-BE47-32000AB4C0F6}" type="parTrans" cxnId="{D7CF17EF-7D16-4D9E-AFD8-8D3C7C377179}">
      <dgm:prSet/>
      <dgm:spPr/>
      <dgm:t>
        <a:bodyPr/>
        <a:lstStyle/>
        <a:p>
          <a:endParaRPr lang="en-US"/>
        </a:p>
      </dgm:t>
    </dgm:pt>
    <dgm:pt modelId="{F32EE9B6-38E8-4C10-BAC8-0FC7093BA8A9}" type="sibTrans" cxnId="{D7CF17EF-7D16-4D9E-AFD8-8D3C7C377179}">
      <dgm:prSet/>
      <dgm:spPr/>
      <dgm:t>
        <a:bodyPr/>
        <a:lstStyle/>
        <a:p>
          <a:endParaRPr lang="en-US"/>
        </a:p>
      </dgm:t>
    </dgm:pt>
    <dgm:pt modelId="{25EC51FE-947D-485E-81EA-E178E0F0889C}">
      <dgm:prSet phldrT="[Text]"/>
      <dgm:spPr/>
      <dgm:t>
        <a:bodyPr/>
        <a:lstStyle/>
        <a:p>
          <a:r>
            <a:rPr lang="en-US" dirty="0"/>
            <a:t>PostgreSQL</a:t>
          </a:r>
        </a:p>
      </dgm:t>
    </dgm:pt>
    <dgm:pt modelId="{88C6CADB-A806-4CC7-9DD5-DC1CC9125C96}" type="parTrans" cxnId="{561C20A7-F0DD-4D44-BBF6-173056573BE3}">
      <dgm:prSet/>
      <dgm:spPr/>
      <dgm:t>
        <a:bodyPr/>
        <a:lstStyle/>
        <a:p>
          <a:endParaRPr lang="en-US"/>
        </a:p>
      </dgm:t>
    </dgm:pt>
    <dgm:pt modelId="{C10E5CE6-4384-4449-8CB8-6968769B1E69}" type="sibTrans" cxnId="{561C20A7-F0DD-4D44-BBF6-173056573BE3}">
      <dgm:prSet/>
      <dgm:spPr/>
      <dgm:t>
        <a:bodyPr/>
        <a:lstStyle/>
        <a:p>
          <a:endParaRPr lang="en-US"/>
        </a:p>
      </dgm:t>
    </dgm:pt>
    <dgm:pt modelId="{28C90550-5261-4FD1-8F89-5F2302210F52}">
      <dgm:prSet phldrT="[Text]"/>
      <dgm:spPr/>
      <dgm:t>
        <a:bodyPr/>
        <a:lstStyle/>
        <a:p>
          <a:r>
            <a:rPr lang="en-US" dirty="0"/>
            <a:t>Attack data storage</a:t>
          </a:r>
        </a:p>
      </dgm:t>
    </dgm:pt>
    <dgm:pt modelId="{9263FBC6-9001-4E63-A4E1-52AF7EDC42CE}" type="parTrans" cxnId="{3393CBE0-3ABD-4364-AB75-6B27F3FF62E0}">
      <dgm:prSet/>
      <dgm:spPr/>
      <dgm:t>
        <a:bodyPr/>
        <a:lstStyle/>
        <a:p>
          <a:endParaRPr lang="en-US"/>
        </a:p>
      </dgm:t>
    </dgm:pt>
    <dgm:pt modelId="{E154AB3C-7747-474B-A076-1DCFA5F91C00}" type="sibTrans" cxnId="{3393CBE0-3ABD-4364-AB75-6B27F3FF62E0}">
      <dgm:prSet/>
      <dgm:spPr/>
      <dgm:t>
        <a:bodyPr/>
        <a:lstStyle/>
        <a:p>
          <a:endParaRPr lang="en-US"/>
        </a:p>
      </dgm:t>
    </dgm:pt>
    <dgm:pt modelId="{E6250415-FDCD-4E4A-98D5-25549A29A13F}">
      <dgm:prSet phldrT="[Text]" phldr="0"/>
      <dgm:spPr/>
      <dgm:t>
        <a:bodyPr/>
        <a:lstStyle/>
        <a:p>
          <a:r>
            <a:rPr lang="en-US" dirty="0"/>
            <a:t>Flask</a:t>
          </a:r>
        </a:p>
      </dgm:t>
    </dgm:pt>
    <dgm:pt modelId="{989A38C3-D88E-490D-9AF0-5F7684C36FAA}" type="parTrans" cxnId="{C30C0C38-453C-493F-BE54-56D7E5EDA82C}">
      <dgm:prSet/>
      <dgm:spPr/>
    </dgm:pt>
    <dgm:pt modelId="{9D70B234-3E03-49B5-B0F6-A0702510B10B}" type="sibTrans" cxnId="{C30C0C38-453C-493F-BE54-56D7E5EDA82C}">
      <dgm:prSet/>
      <dgm:spPr/>
    </dgm:pt>
    <dgm:pt modelId="{159A64FF-5379-473A-A65E-F5F19B08BB97}">
      <dgm:prSet phldrT="[Text]" phldr="0"/>
      <dgm:spPr/>
      <dgm:t>
        <a:bodyPr/>
        <a:lstStyle/>
        <a:p>
          <a:r>
            <a:rPr lang="en-US" dirty="0"/>
            <a:t>Web framework</a:t>
          </a:r>
        </a:p>
      </dgm:t>
    </dgm:pt>
    <dgm:pt modelId="{77427AB8-8003-4C15-942B-933AD34D3CA5}" type="parTrans" cxnId="{D5C87157-587A-4F4A-A582-3AE432D3CAFA}">
      <dgm:prSet/>
      <dgm:spPr/>
    </dgm:pt>
    <dgm:pt modelId="{2DAF08A3-726C-461C-9575-DC1337B2FB25}" type="sibTrans" cxnId="{D5C87157-587A-4F4A-A582-3AE432D3CAFA}">
      <dgm:prSet/>
      <dgm:spPr/>
    </dgm:pt>
    <dgm:pt modelId="{FB42F5C8-9C1D-4C54-AA09-A0901E2820E7}">
      <dgm:prSet phldrT="[Text]" phldr="0"/>
      <dgm:spPr/>
      <dgm:t>
        <a:bodyPr/>
        <a:lstStyle/>
        <a:p>
          <a:r>
            <a:rPr lang="en-US" dirty="0"/>
            <a:t>Chart.js &amp; Leaflet</a:t>
          </a:r>
        </a:p>
      </dgm:t>
    </dgm:pt>
    <dgm:pt modelId="{95649B41-FCDA-471E-BA1D-D841A025FC7C}" type="parTrans" cxnId="{8D1632A5-E729-45BC-B10E-5B0AB5B30860}">
      <dgm:prSet/>
      <dgm:spPr/>
    </dgm:pt>
    <dgm:pt modelId="{1ADAB2AA-09D2-4723-81EB-AAA7B28FD97A}" type="sibTrans" cxnId="{8D1632A5-E729-45BC-B10E-5B0AB5B30860}">
      <dgm:prSet/>
      <dgm:spPr/>
    </dgm:pt>
    <dgm:pt modelId="{2A3F01B1-7A17-43C5-B239-945BF3CB6B81}">
      <dgm:prSet phldrT="[Text]" phldr="0"/>
      <dgm:spPr/>
      <dgm:t>
        <a:bodyPr/>
        <a:lstStyle/>
        <a:p>
          <a:r>
            <a:rPr lang="en-US" dirty="0"/>
            <a:t>Visualizations</a:t>
          </a:r>
        </a:p>
      </dgm:t>
    </dgm:pt>
    <dgm:pt modelId="{A1BAFAA5-9AE8-463B-A0D8-0244FE1E08B1}" type="parTrans" cxnId="{046CB9DD-E69F-49AF-B731-A1AEDF1142DC}">
      <dgm:prSet/>
      <dgm:spPr/>
    </dgm:pt>
    <dgm:pt modelId="{64CA7FCB-CC02-41D7-B4D6-F4C1A5458E99}" type="sibTrans" cxnId="{046CB9DD-E69F-49AF-B731-A1AEDF1142DC}">
      <dgm:prSet/>
      <dgm:spPr/>
    </dgm:pt>
    <dgm:pt modelId="{B088D521-37EC-42BC-94BF-01474DA18F65}">
      <dgm:prSet phldrT="[Text]" phldr="0"/>
      <dgm:spPr/>
      <dgm:t>
        <a:bodyPr/>
        <a:lstStyle/>
        <a:p>
          <a:r>
            <a:rPr lang="en-US" dirty="0"/>
            <a:t>Ubuntu VPS</a:t>
          </a:r>
        </a:p>
      </dgm:t>
    </dgm:pt>
    <dgm:pt modelId="{2841CCDF-272F-40DD-B922-4F66B55B3FBA}" type="parTrans" cxnId="{2169C66B-C319-44FB-868F-803876259D2C}">
      <dgm:prSet/>
      <dgm:spPr/>
    </dgm:pt>
    <dgm:pt modelId="{C6538996-6D64-4571-8B4E-910903A716D2}" type="sibTrans" cxnId="{2169C66B-C319-44FB-868F-803876259D2C}">
      <dgm:prSet/>
      <dgm:spPr/>
    </dgm:pt>
    <dgm:pt modelId="{75F6822F-EA59-439C-A8E0-BD1A5A52CF8C}">
      <dgm:prSet phldrT="[Text]" phldr="0"/>
      <dgm:spPr/>
      <dgm:t>
        <a:bodyPr/>
        <a:lstStyle/>
        <a:p>
          <a:r>
            <a:rPr lang="en-US" dirty="0"/>
            <a:t>Deployment platform</a:t>
          </a:r>
        </a:p>
      </dgm:t>
    </dgm:pt>
    <dgm:pt modelId="{D0F526D9-0331-491E-B287-536349C766D5}" type="parTrans" cxnId="{DD71DF59-9F3B-4C2B-8840-EAF624EC1DDD}">
      <dgm:prSet/>
      <dgm:spPr/>
    </dgm:pt>
    <dgm:pt modelId="{6C9B2A1E-D7F2-4200-8FAD-21635C27E0DF}" type="sibTrans" cxnId="{DD71DF59-9F3B-4C2B-8840-EAF624EC1DDD}">
      <dgm:prSet/>
      <dgm:spPr/>
    </dgm:pt>
    <dgm:pt modelId="{27A06AD0-6CFA-4424-811B-C91B75A1F130}" type="pres">
      <dgm:prSet presAssocID="{0A0E71E3-2B2F-4B1B-B794-16AD09045FC2}" presName="Name0" presStyleCnt="0">
        <dgm:presLayoutVars>
          <dgm:dir/>
          <dgm:animLvl val="lvl"/>
          <dgm:resizeHandles val="exact"/>
        </dgm:presLayoutVars>
      </dgm:prSet>
      <dgm:spPr/>
    </dgm:pt>
    <dgm:pt modelId="{518D8715-89B4-4F44-AB0F-E10253410A23}" type="pres">
      <dgm:prSet presAssocID="{2E83CF29-314C-4BC2-8D5B-35761766A487}" presName="linNode" presStyleCnt="0"/>
      <dgm:spPr/>
    </dgm:pt>
    <dgm:pt modelId="{3CC51C78-53E1-4DE7-9E60-81691BD6E056}" type="pres">
      <dgm:prSet presAssocID="{2E83CF29-314C-4BC2-8D5B-35761766A487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DFF8E60-F41A-4669-8AD6-99B6A9D54102}" type="pres">
      <dgm:prSet presAssocID="{2E83CF29-314C-4BC2-8D5B-35761766A487}" presName="descendantText" presStyleLbl="alignAccFollowNode1" presStyleIdx="0" presStyleCnt="6">
        <dgm:presLayoutVars>
          <dgm:bulletEnabled val="1"/>
        </dgm:presLayoutVars>
      </dgm:prSet>
      <dgm:spPr/>
    </dgm:pt>
    <dgm:pt modelId="{9D43CAD4-11BB-4D34-8B11-1D73B1E6965F}" type="pres">
      <dgm:prSet presAssocID="{EBB0561A-427C-426A-B90C-71DF26C41258}" presName="sp" presStyleCnt="0"/>
      <dgm:spPr/>
    </dgm:pt>
    <dgm:pt modelId="{3510364D-6051-486A-B2D1-0D981B4D165B}" type="pres">
      <dgm:prSet presAssocID="{11A4D28D-92C3-4520-AAD1-2385EC3364E3}" presName="linNode" presStyleCnt="0"/>
      <dgm:spPr/>
    </dgm:pt>
    <dgm:pt modelId="{8DCAFBF4-E261-412B-B4C2-E8A6BE81B112}" type="pres">
      <dgm:prSet presAssocID="{11A4D28D-92C3-4520-AAD1-2385EC3364E3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1A1E8372-DFF3-465C-80D2-1009A71C30FC}" type="pres">
      <dgm:prSet presAssocID="{11A4D28D-92C3-4520-AAD1-2385EC3364E3}" presName="descendantText" presStyleLbl="alignAccFollowNode1" presStyleIdx="1" presStyleCnt="6">
        <dgm:presLayoutVars>
          <dgm:bulletEnabled val="1"/>
        </dgm:presLayoutVars>
      </dgm:prSet>
      <dgm:spPr/>
    </dgm:pt>
    <dgm:pt modelId="{BDF8781A-5B1C-48AD-89E6-6BE8F8DDD448}" type="pres">
      <dgm:prSet presAssocID="{3C0EA5FC-7FB1-4008-8FE4-E0E29B679F5F}" presName="sp" presStyleCnt="0"/>
      <dgm:spPr/>
    </dgm:pt>
    <dgm:pt modelId="{4139A8B5-F47A-4CC2-A82B-424BDA333E13}" type="pres">
      <dgm:prSet presAssocID="{25EC51FE-947D-485E-81EA-E178E0F0889C}" presName="linNode" presStyleCnt="0"/>
      <dgm:spPr/>
    </dgm:pt>
    <dgm:pt modelId="{642EFAB0-714C-4ACD-AA8A-06B2FA1A2360}" type="pres">
      <dgm:prSet presAssocID="{25EC51FE-947D-485E-81EA-E178E0F0889C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2DF7727-51DF-46BE-8D82-63D0B9CD6DF4}" type="pres">
      <dgm:prSet presAssocID="{25EC51FE-947D-485E-81EA-E178E0F0889C}" presName="descendantText" presStyleLbl="alignAccFollowNode1" presStyleIdx="2" presStyleCnt="6">
        <dgm:presLayoutVars>
          <dgm:bulletEnabled val="1"/>
        </dgm:presLayoutVars>
      </dgm:prSet>
      <dgm:spPr/>
    </dgm:pt>
    <dgm:pt modelId="{E490D848-F523-492B-92D6-2407F9948834}" type="pres">
      <dgm:prSet presAssocID="{C10E5CE6-4384-4449-8CB8-6968769B1E69}" presName="sp" presStyleCnt="0"/>
      <dgm:spPr/>
    </dgm:pt>
    <dgm:pt modelId="{3E9F4780-0C35-4503-A458-86AE9258CC15}" type="pres">
      <dgm:prSet presAssocID="{E6250415-FDCD-4E4A-98D5-25549A29A13F}" presName="linNode" presStyleCnt="0"/>
      <dgm:spPr/>
    </dgm:pt>
    <dgm:pt modelId="{B053D7B4-AC37-433F-AFB1-E8C26326EA37}" type="pres">
      <dgm:prSet presAssocID="{E6250415-FDCD-4E4A-98D5-25549A29A13F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C9BFBEF6-7098-45C8-8501-61F8C541E0B5}" type="pres">
      <dgm:prSet presAssocID="{E6250415-FDCD-4E4A-98D5-25549A29A13F}" presName="descendantText" presStyleLbl="alignAccFollowNode1" presStyleIdx="3" presStyleCnt="6">
        <dgm:presLayoutVars>
          <dgm:bulletEnabled val="1"/>
        </dgm:presLayoutVars>
      </dgm:prSet>
      <dgm:spPr/>
    </dgm:pt>
    <dgm:pt modelId="{6464C952-12A9-4C82-865F-D17E28F8CAE4}" type="pres">
      <dgm:prSet presAssocID="{9D70B234-3E03-49B5-B0F6-A0702510B10B}" presName="sp" presStyleCnt="0"/>
      <dgm:spPr/>
    </dgm:pt>
    <dgm:pt modelId="{92AF141A-DA71-464F-8663-B7B6571C609B}" type="pres">
      <dgm:prSet presAssocID="{FB42F5C8-9C1D-4C54-AA09-A0901E2820E7}" presName="linNode" presStyleCnt="0"/>
      <dgm:spPr/>
    </dgm:pt>
    <dgm:pt modelId="{B979E638-59F1-4372-AF6B-1F6FEB028837}" type="pres">
      <dgm:prSet presAssocID="{FB42F5C8-9C1D-4C54-AA09-A0901E2820E7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783765F4-4541-4AF7-A5E4-745413ED5309}" type="pres">
      <dgm:prSet presAssocID="{FB42F5C8-9C1D-4C54-AA09-A0901E2820E7}" presName="descendantText" presStyleLbl="alignAccFollowNode1" presStyleIdx="4" presStyleCnt="6">
        <dgm:presLayoutVars>
          <dgm:bulletEnabled val="1"/>
        </dgm:presLayoutVars>
      </dgm:prSet>
      <dgm:spPr/>
    </dgm:pt>
    <dgm:pt modelId="{F35A8491-34C2-42A8-934B-6A6CD4658534}" type="pres">
      <dgm:prSet presAssocID="{1ADAB2AA-09D2-4723-81EB-AAA7B28FD97A}" presName="sp" presStyleCnt="0"/>
      <dgm:spPr/>
    </dgm:pt>
    <dgm:pt modelId="{24906689-D26A-4282-A61F-B8D69C956FED}" type="pres">
      <dgm:prSet presAssocID="{B088D521-37EC-42BC-94BF-01474DA18F65}" presName="linNode" presStyleCnt="0"/>
      <dgm:spPr/>
    </dgm:pt>
    <dgm:pt modelId="{A7A53EF4-D7D2-496F-A4F1-2F91D6125B0B}" type="pres">
      <dgm:prSet presAssocID="{B088D521-37EC-42BC-94BF-01474DA18F65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5F027074-811B-4941-BF56-894A5903C41F}" type="pres">
      <dgm:prSet presAssocID="{B088D521-37EC-42BC-94BF-01474DA18F65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72399812-0947-4724-B5DE-621D933A1A04}" type="presOf" srcId="{B088D521-37EC-42BC-94BF-01474DA18F65}" destId="{A7A53EF4-D7D2-496F-A4F1-2F91D6125B0B}" srcOrd="0" destOrd="0" presId="urn:microsoft.com/office/officeart/2005/8/layout/vList5"/>
    <dgm:cxn modelId="{93913136-4B15-4731-B262-1A82616A3A1E}" srcId="{0A0E71E3-2B2F-4B1B-B794-16AD09045FC2}" destId="{2E83CF29-314C-4BC2-8D5B-35761766A487}" srcOrd="0" destOrd="0" parTransId="{C0EFDDE2-9848-4C4D-A07C-04B191960FA5}" sibTransId="{EBB0561A-427C-426A-B90C-71DF26C41258}"/>
    <dgm:cxn modelId="{3BCC4836-351F-47ED-8BD5-4EE9F1D349F3}" type="presOf" srcId="{39F68040-D73A-4CD3-B70F-89E7110E6147}" destId="{1A1E8372-DFF3-465C-80D2-1009A71C30FC}" srcOrd="0" destOrd="0" presId="urn:microsoft.com/office/officeart/2005/8/layout/vList5"/>
    <dgm:cxn modelId="{DC1D4137-60BE-4F3A-BFA6-558B7A93368A}" type="presOf" srcId="{E6250415-FDCD-4E4A-98D5-25549A29A13F}" destId="{B053D7B4-AC37-433F-AFB1-E8C26326EA37}" srcOrd="0" destOrd="0" presId="urn:microsoft.com/office/officeart/2005/8/layout/vList5"/>
    <dgm:cxn modelId="{C30C0C38-453C-493F-BE54-56D7E5EDA82C}" srcId="{0A0E71E3-2B2F-4B1B-B794-16AD09045FC2}" destId="{E6250415-FDCD-4E4A-98D5-25549A29A13F}" srcOrd="3" destOrd="0" parTransId="{989A38C3-D88E-490D-9AF0-5F7684C36FAA}" sibTransId="{9D70B234-3E03-49B5-B0F6-A0702510B10B}"/>
    <dgm:cxn modelId="{29128D3C-76A3-4880-8326-FE976E430664}" type="presOf" srcId="{2E83CF29-314C-4BC2-8D5B-35761766A487}" destId="{3CC51C78-53E1-4DE7-9E60-81691BD6E056}" srcOrd="0" destOrd="0" presId="urn:microsoft.com/office/officeart/2005/8/layout/vList5"/>
    <dgm:cxn modelId="{29AD553E-34EC-4967-886D-469958DB7AAF}" srcId="{2E83CF29-314C-4BC2-8D5B-35761766A487}" destId="{E3686D2B-0E08-4B99-8CE0-86779A79131A}" srcOrd="0" destOrd="0" parTransId="{9D33D415-A3BE-4D11-BC76-040A6789AD85}" sibTransId="{23E39849-B327-4924-A6C2-C2229C0C0935}"/>
    <dgm:cxn modelId="{CAD5115E-7EC6-4AC7-8FC7-086FA01CEAFB}" type="presOf" srcId="{11A4D28D-92C3-4520-AAD1-2385EC3364E3}" destId="{8DCAFBF4-E261-412B-B4C2-E8A6BE81B112}" srcOrd="0" destOrd="0" presId="urn:microsoft.com/office/officeart/2005/8/layout/vList5"/>
    <dgm:cxn modelId="{5CA16F61-6C52-4CFC-A75C-52D0FA86B600}" type="presOf" srcId="{0A0E71E3-2B2F-4B1B-B794-16AD09045FC2}" destId="{27A06AD0-6CFA-4424-811B-C91B75A1F130}" srcOrd="0" destOrd="0" presId="urn:microsoft.com/office/officeart/2005/8/layout/vList5"/>
    <dgm:cxn modelId="{CCC57F66-76B5-4FC2-9023-B7255CB9FA12}" type="presOf" srcId="{159A64FF-5379-473A-A65E-F5F19B08BB97}" destId="{C9BFBEF6-7098-45C8-8501-61F8C541E0B5}" srcOrd="0" destOrd="0" presId="urn:microsoft.com/office/officeart/2005/8/layout/vList5"/>
    <dgm:cxn modelId="{2169C66B-C319-44FB-868F-803876259D2C}" srcId="{0A0E71E3-2B2F-4B1B-B794-16AD09045FC2}" destId="{B088D521-37EC-42BC-94BF-01474DA18F65}" srcOrd="5" destOrd="0" parTransId="{2841CCDF-272F-40DD-B922-4F66B55B3FBA}" sibTransId="{C6538996-6D64-4571-8B4E-910903A716D2}"/>
    <dgm:cxn modelId="{7E459570-AAE8-4A02-9B00-289785FDAD0F}" type="presOf" srcId="{75F6822F-EA59-439C-A8E0-BD1A5A52CF8C}" destId="{5F027074-811B-4941-BF56-894A5903C41F}" srcOrd="0" destOrd="0" presId="urn:microsoft.com/office/officeart/2005/8/layout/vList5"/>
    <dgm:cxn modelId="{D5C87157-587A-4F4A-A582-3AE432D3CAFA}" srcId="{E6250415-FDCD-4E4A-98D5-25549A29A13F}" destId="{159A64FF-5379-473A-A65E-F5F19B08BB97}" srcOrd="0" destOrd="0" parTransId="{77427AB8-8003-4C15-942B-933AD34D3CA5}" sibTransId="{2DAF08A3-726C-461C-9575-DC1337B2FB25}"/>
    <dgm:cxn modelId="{DD71DF59-9F3B-4C2B-8840-EAF624EC1DDD}" srcId="{B088D521-37EC-42BC-94BF-01474DA18F65}" destId="{75F6822F-EA59-439C-A8E0-BD1A5A52CF8C}" srcOrd="0" destOrd="0" parTransId="{D0F526D9-0331-491E-B287-536349C766D5}" sibTransId="{6C9B2A1E-D7F2-4200-8FAD-21635C27E0DF}"/>
    <dgm:cxn modelId="{A7A53E87-BCEE-40DD-952E-C4EEE4FAA285}" type="presOf" srcId="{E3686D2B-0E08-4B99-8CE0-86779A79131A}" destId="{3DFF8E60-F41A-4669-8AD6-99B6A9D54102}" srcOrd="0" destOrd="0" presId="urn:microsoft.com/office/officeart/2005/8/layout/vList5"/>
    <dgm:cxn modelId="{8D1632A5-E729-45BC-B10E-5B0AB5B30860}" srcId="{0A0E71E3-2B2F-4B1B-B794-16AD09045FC2}" destId="{FB42F5C8-9C1D-4C54-AA09-A0901E2820E7}" srcOrd="4" destOrd="0" parTransId="{95649B41-FCDA-471E-BA1D-D841A025FC7C}" sibTransId="{1ADAB2AA-09D2-4723-81EB-AAA7B28FD97A}"/>
    <dgm:cxn modelId="{803ADEA5-83C8-476B-8ED7-01B591B430E9}" type="presOf" srcId="{2A3F01B1-7A17-43C5-B239-945BF3CB6B81}" destId="{783765F4-4541-4AF7-A5E4-745413ED5309}" srcOrd="0" destOrd="0" presId="urn:microsoft.com/office/officeart/2005/8/layout/vList5"/>
    <dgm:cxn modelId="{561C20A7-F0DD-4D44-BBF6-173056573BE3}" srcId="{0A0E71E3-2B2F-4B1B-B794-16AD09045FC2}" destId="{25EC51FE-947D-485E-81EA-E178E0F0889C}" srcOrd="2" destOrd="0" parTransId="{88C6CADB-A806-4CC7-9DD5-DC1CC9125C96}" sibTransId="{C10E5CE6-4384-4449-8CB8-6968769B1E69}"/>
    <dgm:cxn modelId="{95E70AAA-5B54-4332-B826-824BB8E0FF88}" srcId="{0A0E71E3-2B2F-4B1B-B794-16AD09045FC2}" destId="{11A4D28D-92C3-4520-AAD1-2385EC3364E3}" srcOrd="1" destOrd="0" parTransId="{FC9927EC-EE97-4CA1-B6B2-F7068DF309CF}" sibTransId="{3C0EA5FC-7FB1-4008-8FE4-E0E29B679F5F}"/>
    <dgm:cxn modelId="{FACF55BA-CB49-45EF-904C-E5267CD8DCB4}" type="presOf" srcId="{25EC51FE-947D-485E-81EA-E178E0F0889C}" destId="{642EFAB0-714C-4ACD-AA8A-06B2FA1A2360}" srcOrd="0" destOrd="0" presId="urn:microsoft.com/office/officeart/2005/8/layout/vList5"/>
    <dgm:cxn modelId="{8F9DF4CF-9D97-469D-9E17-DCB5019373F1}" type="presOf" srcId="{FB42F5C8-9C1D-4C54-AA09-A0901E2820E7}" destId="{B979E638-59F1-4372-AF6B-1F6FEB028837}" srcOrd="0" destOrd="0" presId="urn:microsoft.com/office/officeart/2005/8/layout/vList5"/>
    <dgm:cxn modelId="{046CB9DD-E69F-49AF-B731-A1AEDF1142DC}" srcId="{FB42F5C8-9C1D-4C54-AA09-A0901E2820E7}" destId="{2A3F01B1-7A17-43C5-B239-945BF3CB6B81}" srcOrd="0" destOrd="0" parTransId="{A1BAFAA5-9AE8-463B-A0D8-0244FE1E08B1}" sibTransId="{64CA7FCB-CC02-41D7-B4D6-F4C1A5458E99}"/>
    <dgm:cxn modelId="{78D61AE0-C14F-4A8C-9E77-DC3BA8E57093}" type="presOf" srcId="{28C90550-5261-4FD1-8F89-5F2302210F52}" destId="{52DF7727-51DF-46BE-8D82-63D0B9CD6DF4}" srcOrd="0" destOrd="0" presId="urn:microsoft.com/office/officeart/2005/8/layout/vList5"/>
    <dgm:cxn modelId="{3393CBE0-3ABD-4364-AB75-6B27F3FF62E0}" srcId="{25EC51FE-947D-485E-81EA-E178E0F0889C}" destId="{28C90550-5261-4FD1-8F89-5F2302210F52}" srcOrd="0" destOrd="0" parTransId="{9263FBC6-9001-4E63-A4E1-52AF7EDC42CE}" sibTransId="{E154AB3C-7747-474B-A076-1DCFA5F91C00}"/>
    <dgm:cxn modelId="{D7CF17EF-7D16-4D9E-AFD8-8D3C7C377179}" srcId="{11A4D28D-92C3-4520-AAD1-2385EC3364E3}" destId="{39F68040-D73A-4CD3-B70F-89E7110E6147}" srcOrd="0" destOrd="0" parTransId="{EB3C0EF3-4CA9-4B25-BE47-32000AB4C0F6}" sibTransId="{F32EE9B6-38E8-4C10-BAC8-0FC7093BA8A9}"/>
    <dgm:cxn modelId="{3B21B46F-4976-4471-A449-321298AC066B}" type="presParOf" srcId="{27A06AD0-6CFA-4424-811B-C91B75A1F130}" destId="{518D8715-89B4-4F44-AB0F-E10253410A23}" srcOrd="0" destOrd="0" presId="urn:microsoft.com/office/officeart/2005/8/layout/vList5"/>
    <dgm:cxn modelId="{7B2A245D-623F-49AE-AC2C-A23F8F967AFC}" type="presParOf" srcId="{518D8715-89B4-4F44-AB0F-E10253410A23}" destId="{3CC51C78-53E1-4DE7-9E60-81691BD6E056}" srcOrd="0" destOrd="0" presId="urn:microsoft.com/office/officeart/2005/8/layout/vList5"/>
    <dgm:cxn modelId="{7BFFA570-609B-4FB4-8407-3CCAA417BAB7}" type="presParOf" srcId="{518D8715-89B4-4F44-AB0F-E10253410A23}" destId="{3DFF8E60-F41A-4669-8AD6-99B6A9D54102}" srcOrd="1" destOrd="0" presId="urn:microsoft.com/office/officeart/2005/8/layout/vList5"/>
    <dgm:cxn modelId="{64D7CC7A-26B0-4FA9-BF90-EE9B1C996458}" type="presParOf" srcId="{27A06AD0-6CFA-4424-811B-C91B75A1F130}" destId="{9D43CAD4-11BB-4D34-8B11-1D73B1E6965F}" srcOrd="1" destOrd="0" presId="urn:microsoft.com/office/officeart/2005/8/layout/vList5"/>
    <dgm:cxn modelId="{AC917B22-5E3F-413B-9594-062F41634DF1}" type="presParOf" srcId="{27A06AD0-6CFA-4424-811B-C91B75A1F130}" destId="{3510364D-6051-486A-B2D1-0D981B4D165B}" srcOrd="2" destOrd="0" presId="urn:microsoft.com/office/officeart/2005/8/layout/vList5"/>
    <dgm:cxn modelId="{0FC2DA91-6900-42C3-9C2F-8F1168DA1B3E}" type="presParOf" srcId="{3510364D-6051-486A-B2D1-0D981B4D165B}" destId="{8DCAFBF4-E261-412B-B4C2-E8A6BE81B112}" srcOrd="0" destOrd="0" presId="urn:microsoft.com/office/officeart/2005/8/layout/vList5"/>
    <dgm:cxn modelId="{88DBD253-B66E-46DB-9DDB-39383FA5F7BE}" type="presParOf" srcId="{3510364D-6051-486A-B2D1-0D981B4D165B}" destId="{1A1E8372-DFF3-465C-80D2-1009A71C30FC}" srcOrd="1" destOrd="0" presId="urn:microsoft.com/office/officeart/2005/8/layout/vList5"/>
    <dgm:cxn modelId="{79BF1B7A-87F1-4CDE-B847-423C53724915}" type="presParOf" srcId="{27A06AD0-6CFA-4424-811B-C91B75A1F130}" destId="{BDF8781A-5B1C-48AD-89E6-6BE8F8DDD448}" srcOrd="3" destOrd="0" presId="urn:microsoft.com/office/officeart/2005/8/layout/vList5"/>
    <dgm:cxn modelId="{8C5B0CBA-0A2B-4140-81CA-578F034040A8}" type="presParOf" srcId="{27A06AD0-6CFA-4424-811B-C91B75A1F130}" destId="{4139A8B5-F47A-4CC2-A82B-424BDA333E13}" srcOrd="4" destOrd="0" presId="urn:microsoft.com/office/officeart/2005/8/layout/vList5"/>
    <dgm:cxn modelId="{2A080E29-55E6-40B4-992B-ABAF97002213}" type="presParOf" srcId="{4139A8B5-F47A-4CC2-A82B-424BDA333E13}" destId="{642EFAB0-714C-4ACD-AA8A-06B2FA1A2360}" srcOrd="0" destOrd="0" presId="urn:microsoft.com/office/officeart/2005/8/layout/vList5"/>
    <dgm:cxn modelId="{F21C23E7-B4C3-4ED1-BAD6-6656FB195F31}" type="presParOf" srcId="{4139A8B5-F47A-4CC2-A82B-424BDA333E13}" destId="{52DF7727-51DF-46BE-8D82-63D0B9CD6DF4}" srcOrd="1" destOrd="0" presId="urn:microsoft.com/office/officeart/2005/8/layout/vList5"/>
    <dgm:cxn modelId="{3FD7D25C-F778-410E-AB64-7AFB86FE3C37}" type="presParOf" srcId="{27A06AD0-6CFA-4424-811B-C91B75A1F130}" destId="{E490D848-F523-492B-92D6-2407F9948834}" srcOrd="5" destOrd="0" presId="urn:microsoft.com/office/officeart/2005/8/layout/vList5"/>
    <dgm:cxn modelId="{6C1CB18C-5B83-43F9-BBCF-6633E317298B}" type="presParOf" srcId="{27A06AD0-6CFA-4424-811B-C91B75A1F130}" destId="{3E9F4780-0C35-4503-A458-86AE9258CC15}" srcOrd="6" destOrd="0" presId="urn:microsoft.com/office/officeart/2005/8/layout/vList5"/>
    <dgm:cxn modelId="{A783433F-B5BD-47D9-8623-B9285EAB7CDB}" type="presParOf" srcId="{3E9F4780-0C35-4503-A458-86AE9258CC15}" destId="{B053D7B4-AC37-433F-AFB1-E8C26326EA37}" srcOrd="0" destOrd="0" presId="urn:microsoft.com/office/officeart/2005/8/layout/vList5"/>
    <dgm:cxn modelId="{140ADDE5-4A7F-4981-8759-8F6F62F10792}" type="presParOf" srcId="{3E9F4780-0C35-4503-A458-86AE9258CC15}" destId="{C9BFBEF6-7098-45C8-8501-61F8C541E0B5}" srcOrd="1" destOrd="0" presId="urn:microsoft.com/office/officeart/2005/8/layout/vList5"/>
    <dgm:cxn modelId="{EC0CC83B-E957-463D-996B-9E44F5099998}" type="presParOf" srcId="{27A06AD0-6CFA-4424-811B-C91B75A1F130}" destId="{6464C952-12A9-4C82-865F-D17E28F8CAE4}" srcOrd="7" destOrd="0" presId="urn:microsoft.com/office/officeart/2005/8/layout/vList5"/>
    <dgm:cxn modelId="{AFC20065-C553-416C-884A-9D512E9C26B8}" type="presParOf" srcId="{27A06AD0-6CFA-4424-811B-C91B75A1F130}" destId="{92AF141A-DA71-464F-8663-B7B6571C609B}" srcOrd="8" destOrd="0" presId="urn:microsoft.com/office/officeart/2005/8/layout/vList5"/>
    <dgm:cxn modelId="{D54C69F2-D439-41E6-9535-7F63E245A6D7}" type="presParOf" srcId="{92AF141A-DA71-464F-8663-B7B6571C609B}" destId="{B979E638-59F1-4372-AF6B-1F6FEB028837}" srcOrd="0" destOrd="0" presId="urn:microsoft.com/office/officeart/2005/8/layout/vList5"/>
    <dgm:cxn modelId="{13A4A57E-AF01-491F-AA41-B7ADD0E11061}" type="presParOf" srcId="{92AF141A-DA71-464F-8663-B7B6571C609B}" destId="{783765F4-4541-4AF7-A5E4-745413ED5309}" srcOrd="1" destOrd="0" presId="urn:microsoft.com/office/officeart/2005/8/layout/vList5"/>
    <dgm:cxn modelId="{80C3489D-E3C0-408C-B899-EB2F30E67C80}" type="presParOf" srcId="{27A06AD0-6CFA-4424-811B-C91B75A1F130}" destId="{F35A8491-34C2-42A8-934B-6A6CD4658534}" srcOrd="9" destOrd="0" presId="urn:microsoft.com/office/officeart/2005/8/layout/vList5"/>
    <dgm:cxn modelId="{FA0D6BFE-D0AF-40DF-B2EE-B17BF180F740}" type="presParOf" srcId="{27A06AD0-6CFA-4424-811B-C91B75A1F130}" destId="{24906689-D26A-4282-A61F-B8D69C956FED}" srcOrd="10" destOrd="0" presId="urn:microsoft.com/office/officeart/2005/8/layout/vList5"/>
    <dgm:cxn modelId="{73512D1F-7C99-417A-A2E5-EAADD55B10EE}" type="presParOf" srcId="{24906689-D26A-4282-A61F-B8D69C956FED}" destId="{A7A53EF4-D7D2-496F-A4F1-2F91D6125B0B}" srcOrd="0" destOrd="0" presId="urn:microsoft.com/office/officeart/2005/8/layout/vList5"/>
    <dgm:cxn modelId="{6351FC3D-D943-4612-8316-40CAFBE90A2C}" type="presParOf" srcId="{24906689-D26A-4282-A61F-B8D69C956FED}" destId="{5F027074-811B-4941-BF56-894A5903C41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22C475-3E54-431C-BAE4-780FA972A153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8EBC69-428A-4DE8-8360-FD344F045C8C}">
      <dgm:prSet phldrT="[Text]"/>
      <dgm:spPr/>
      <dgm:t>
        <a:bodyPr/>
        <a:lstStyle/>
        <a:p>
          <a:r>
            <a:rPr lang="en-US" dirty="0"/>
            <a:t>Attackers are relentless</a:t>
          </a:r>
        </a:p>
      </dgm:t>
    </dgm:pt>
    <dgm:pt modelId="{AFEAF041-059C-44AB-9A25-1BE4D6631C74}" type="parTrans" cxnId="{9ECE15CC-FD97-4AAD-8F1F-BF3C779EE66F}">
      <dgm:prSet/>
      <dgm:spPr/>
      <dgm:t>
        <a:bodyPr/>
        <a:lstStyle/>
        <a:p>
          <a:endParaRPr lang="en-US"/>
        </a:p>
      </dgm:t>
    </dgm:pt>
    <dgm:pt modelId="{AA2F1C0C-8BA3-4343-B6FC-16B66ACBA5A4}" type="sibTrans" cxnId="{9ECE15CC-FD97-4AAD-8F1F-BF3C779EE66F}">
      <dgm:prSet/>
      <dgm:spPr/>
      <dgm:t>
        <a:bodyPr/>
        <a:lstStyle/>
        <a:p>
          <a:endParaRPr lang="en-US"/>
        </a:p>
      </dgm:t>
    </dgm:pt>
    <dgm:pt modelId="{02A30BFB-6C66-4BF6-9A6B-583437EFF63E}">
      <dgm:prSet phldrT="[Text]"/>
      <dgm:spPr/>
      <dgm:t>
        <a:bodyPr/>
        <a:lstStyle/>
        <a:p>
          <a:r>
            <a:rPr lang="en-US" dirty="0"/>
            <a:t>Common credentials are dangerous</a:t>
          </a:r>
        </a:p>
      </dgm:t>
    </dgm:pt>
    <dgm:pt modelId="{1B9509B5-FD99-4F6E-9F18-890915BF42CB}" type="parTrans" cxnId="{979E7921-0F85-4109-9747-E21BDA351A70}">
      <dgm:prSet/>
      <dgm:spPr/>
      <dgm:t>
        <a:bodyPr/>
        <a:lstStyle/>
        <a:p>
          <a:endParaRPr lang="en-US"/>
        </a:p>
      </dgm:t>
    </dgm:pt>
    <dgm:pt modelId="{124445F4-F9F3-4F80-B5A7-58EF937DF6DD}" type="sibTrans" cxnId="{979E7921-0F85-4109-9747-E21BDA351A70}">
      <dgm:prSet/>
      <dgm:spPr/>
      <dgm:t>
        <a:bodyPr/>
        <a:lstStyle/>
        <a:p>
          <a:endParaRPr lang="en-US"/>
        </a:p>
      </dgm:t>
    </dgm:pt>
    <dgm:pt modelId="{F40EACEC-B206-4F9D-9156-16D688F85D8C}">
      <dgm:prSet phldrT="[Text]"/>
      <dgm:spPr/>
      <dgm:t>
        <a:bodyPr/>
        <a:lstStyle/>
        <a:p>
          <a:r>
            <a:rPr lang="en-US" dirty="0"/>
            <a:t>Real attacker IPs and techniques</a:t>
          </a:r>
        </a:p>
      </dgm:t>
    </dgm:pt>
    <dgm:pt modelId="{EBCA3D12-7BE3-4B7F-A4A7-EBD92095CBF7}" type="parTrans" cxnId="{85C71336-C3CE-4410-BCB2-43BEEBB28A8E}">
      <dgm:prSet/>
      <dgm:spPr/>
      <dgm:t>
        <a:bodyPr/>
        <a:lstStyle/>
        <a:p>
          <a:endParaRPr lang="en-US"/>
        </a:p>
      </dgm:t>
    </dgm:pt>
    <dgm:pt modelId="{29D88696-AB1A-406E-BE03-8E07E8B19141}" type="sibTrans" cxnId="{85C71336-C3CE-4410-BCB2-43BEEBB28A8E}">
      <dgm:prSet/>
      <dgm:spPr/>
      <dgm:t>
        <a:bodyPr/>
        <a:lstStyle/>
        <a:p>
          <a:endParaRPr lang="en-US"/>
        </a:p>
      </dgm:t>
    </dgm:pt>
    <dgm:pt modelId="{9E658294-511D-4D51-A994-D8C6F7DDD5E4}">
      <dgm:prSet phldrT="[Text]"/>
      <dgm:spPr/>
      <dgm:t>
        <a:bodyPr/>
        <a:lstStyle/>
        <a:p>
          <a:r>
            <a:rPr lang="en-US" dirty="0"/>
            <a:t>Malware samples for analysis</a:t>
          </a:r>
        </a:p>
      </dgm:t>
    </dgm:pt>
    <dgm:pt modelId="{473973A6-19B5-4CA9-ACE5-A6EF35C7F04F}" type="parTrans" cxnId="{BB10B663-4D40-44E5-8A56-4E67FAA707D9}">
      <dgm:prSet/>
      <dgm:spPr/>
      <dgm:t>
        <a:bodyPr/>
        <a:lstStyle/>
        <a:p>
          <a:endParaRPr lang="en-US"/>
        </a:p>
      </dgm:t>
    </dgm:pt>
    <dgm:pt modelId="{D7B0606D-A7BD-4C6C-BB1B-A387D20558A2}" type="sibTrans" cxnId="{BB10B663-4D40-44E5-8A56-4E67FAA707D9}">
      <dgm:prSet/>
      <dgm:spPr/>
      <dgm:t>
        <a:bodyPr/>
        <a:lstStyle/>
        <a:p>
          <a:endParaRPr lang="en-US"/>
        </a:p>
      </dgm:t>
    </dgm:pt>
    <dgm:pt modelId="{2B17D685-36D4-4213-BA96-AF23F00D895F}">
      <dgm:prSet/>
      <dgm:spPr/>
      <dgm:t>
        <a:bodyPr/>
        <a:lstStyle/>
        <a:p>
          <a:r>
            <a:rPr lang="en-US" dirty="0"/>
            <a:t>Attacks start within hours of deployment</a:t>
          </a:r>
        </a:p>
      </dgm:t>
    </dgm:pt>
    <dgm:pt modelId="{8971012D-BAAF-4CC4-A29D-FCBC6025FAAF}" type="parTrans" cxnId="{3F846787-19BE-4C7E-9B33-DB0376FF9D6F}">
      <dgm:prSet/>
      <dgm:spPr/>
      <dgm:t>
        <a:bodyPr/>
        <a:lstStyle/>
        <a:p>
          <a:endParaRPr lang="en-US"/>
        </a:p>
      </dgm:t>
    </dgm:pt>
    <dgm:pt modelId="{F78ECDDC-D93E-4E8E-9102-BCA5A6296C43}" type="sibTrans" cxnId="{3F846787-19BE-4C7E-9B33-DB0376FF9D6F}">
      <dgm:prSet/>
      <dgm:spPr/>
      <dgm:t>
        <a:bodyPr/>
        <a:lstStyle/>
        <a:p>
          <a:endParaRPr lang="en-US"/>
        </a:p>
      </dgm:t>
    </dgm:pt>
    <dgm:pt modelId="{9599B877-B9C4-4992-AF9B-677A5A864D1C}">
      <dgm:prSet/>
      <dgm:spPr/>
      <dgm:t>
        <a:bodyPr/>
        <a:lstStyle/>
        <a:p>
          <a:r>
            <a:rPr lang="en-US" dirty="0"/>
            <a:t>24/7 automated scanning is constant</a:t>
          </a:r>
        </a:p>
      </dgm:t>
    </dgm:pt>
    <dgm:pt modelId="{21E7A27B-C119-4E27-86E8-B9ECEB89319E}" type="parTrans" cxnId="{B1AF6965-F592-4614-955F-B43D04CB2288}">
      <dgm:prSet/>
      <dgm:spPr/>
      <dgm:t>
        <a:bodyPr/>
        <a:lstStyle/>
        <a:p>
          <a:endParaRPr lang="en-US"/>
        </a:p>
      </dgm:t>
    </dgm:pt>
    <dgm:pt modelId="{04302D58-07DC-4E7B-A78E-DB40DE3817CE}" type="sibTrans" cxnId="{B1AF6965-F592-4614-955F-B43D04CB2288}">
      <dgm:prSet/>
      <dgm:spPr/>
      <dgm:t>
        <a:bodyPr/>
        <a:lstStyle/>
        <a:p>
          <a:endParaRPr lang="en-US"/>
        </a:p>
      </dgm:t>
    </dgm:pt>
    <dgm:pt modelId="{E470B76C-44F2-46A9-8E81-B0EF1E466CFA}">
      <dgm:prSet/>
      <dgm:spPr/>
      <dgm:t>
        <a:bodyPr/>
        <a:lstStyle/>
        <a:p>
          <a:r>
            <a:rPr lang="en-US" dirty="0"/>
            <a:t>No system goes unnoticed on </a:t>
          </a:r>
          <a:r>
            <a:rPr lang="en-US"/>
            <a:t>the internet</a:t>
          </a:r>
          <a:endParaRPr lang="en-US" dirty="0"/>
        </a:p>
      </dgm:t>
    </dgm:pt>
    <dgm:pt modelId="{62905226-8FA8-4395-A6A0-EA22602444B9}" type="parTrans" cxnId="{75BD1882-EB91-4D7D-A315-48A4A4032CB4}">
      <dgm:prSet/>
      <dgm:spPr/>
      <dgm:t>
        <a:bodyPr/>
        <a:lstStyle/>
        <a:p>
          <a:endParaRPr lang="en-US"/>
        </a:p>
      </dgm:t>
    </dgm:pt>
    <dgm:pt modelId="{B4E0164D-B3A3-4301-9FF1-9D7D3FEAB4EC}" type="sibTrans" cxnId="{75BD1882-EB91-4D7D-A315-48A4A4032CB4}">
      <dgm:prSet/>
      <dgm:spPr/>
      <dgm:t>
        <a:bodyPr/>
        <a:lstStyle/>
        <a:p>
          <a:endParaRPr lang="en-US"/>
        </a:p>
      </dgm:t>
    </dgm:pt>
    <dgm:pt modelId="{4027F184-75E2-418E-9C77-C9CAD1A53331}">
      <dgm:prSet/>
      <dgm:spPr/>
      <dgm:t>
        <a:bodyPr/>
        <a:lstStyle/>
        <a:p>
          <a:r>
            <a:rPr lang="en-US" dirty="0"/>
            <a:t>Layered defense is essential</a:t>
          </a:r>
        </a:p>
      </dgm:t>
    </dgm:pt>
    <dgm:pt modelId="{ACD12523-BF51-4DD4-8A8A-C3274C592E59}" type="parTrans" cxnId="{E5AF23FC-77CD-4BBC-97DA-85A6C1CF2AD9}">
      <dgm:prSet/>
      <dgm:spPr/>
      <dgm:t>
        <a:bodyPr/>
        <a:lstStyle/>
        <a:p>
          <a:endParaRPr lang="en-US"/>
        </a:p>
      </dgm:t>
    </dgm:pt>
    <dgm:pt modelId="{06F77E79-580E-4E13-B82F-AEBB4026829C}" type="sibTrans" cxnId="{E5AF23FC-77CD-4BBC-97DA-85A6C1CF2AD9}">
      <dgm:prSet/>
      <dgm:spPr/>
      <dgm:t>
        <a:bodyPr/>
        <a:lstStyle/>
        <a:p>
          <a:endParaRPr lang="en-US"/>
        </a:p>
      </dgm:t>
    </dgm:pt>
    <dgm:pt modelId="{0D958264-272E-410F-9D29-30EE7762BAB7}">
      <dgm:prSet/>
      <dgm:spPr/>
      <dgm:t>
        <a:bodyPr/>
        <a:lstStyle/>
        <a:p>
          <a:r>
            <a:rPr lang="en-US" dirty="0"/>
            <a:t>Threat intelligence is valuable</a:t>
          </a:r>
        </a:p>
      </dgm:t>
    </dgm:pt>
    <dgm:pt modelId="{800E06B9-006E-4874-8BA5-F7E9FFED18B4}" type="parTrans" cxnId="{45599EC8-51AF-40C4-AC68-E61F59EED466}">
      <dgm:prSet/>
      <dgm:spPr/>
      <dgm:t>
        <a:bodyPr/>
        <a:lstStyle/>
        <a:p>
          <a:endParaRPr lang="en-US"/>
        </a:p>
      </dgm:t>
    </dgm:pt>
    <dgm:pt modelId="{77F11EC5-7BCE-4F8E-A2F5-6F4E7E203A6F}" type="sibTrans" cxnId="{45599EC8-51AF-40C4-AC68-E61F59EED466}">
      <dgm:prSet/>
      <dgm:spPr/>
      <dgm:t>
        <a:bodyPr/>
        <a:lstStyle/>
        <a:p>
          <a:endParaRPr lang="en-US"/>
        </a:p>
      </dgm:t>
    </dgm:pt>
    <dgm:pt modelId="{BC241EC3-FA69-41A3-8E06-25A4DB88E301}">
      <dgm:prSet phldrT="[Text]"/>
      <dgm:spPr/>
      <dgm:t>
        <a:bodyPr/>
        <a:lstStyle/>
        <a:p>
          <a:r>
            <a:rPr lang="en-US" dirty="0"/>
            <a:t>Default passwords are </a:t>
          </a:r>
          <a:r>
            <a:rPr lang="en-US"/>
            <a:t>tried first</a:t>
          </a:r>
          <a:endParaRPr lang="en-US" dirty="0"/>
        </a:p>
      </dgm:t>
    </dgm:pt>
    <dgm:pt modelId="{E7AE5385-71EE-43BB-911A-47153EB94361}" type="parTrans" cxnId="{5E041AF7-AC3E-4B86-BAE9-209B5517DE37}">
      <dgm:prSet/>
      <dgm:spPr/>
      <dgm:t>
        <a:bodyPr/>
        <a:lstStyle/>
        <a:p>
          <a:endParaRPr lang="en-US"/>
        </a:p>
      </dgm:t>
    </dgm:pt>
    <dgm:pt modelId="{5B1EAB4D-4DE8-4234-A3B7-BD61241636D6}" type="sibTrans" cxnId="{5E041AF7-AC3E-4B86-BAE9-209B5517DE37}">
      <dgm:prSet/>
      <dgm:spPr/>
      <dgm:t>
        <a:bodyPr/>
        <a:lstStyle/>
        <a:p>
          <a:endParaRPr lang="en-US"/>
        </a:p>
      </dgm:t>
    </dgm:pt>
    <dgm:pt modelId="{82593ED9-1C60-4CCF-B177-A303591A1A40}">
      <dgm:prSet phldrT="[Text]"/>
      <dgm:spPr/>
      <dgm:t>
        <a:bodyPr/>
        <a:lstStyle/>
        <a:p>
          <a:r>
            <a:rPr lang="en-US" dirty="0"/>
            <a:t>Password reuse is heavily exploited</a:t>
          </a:r>
        </a:p>
      </dgm:t>
    </dgm:pt>
    <dgm:pt modelId="{5618AB9A-DE54-4982-882E-B0A867C57EE5}" type="parTrans" cxnId="{F18F4D48-332A-4536-AF3E-EB459AD0CDFD}">
      <dgm:prSet/>
      <dgm:spPr/>
      <dgm:t>
        <a:bodyPr/>
        <a:lstStyle/>
        <a:p>
          <a:endParaRPr lang="en-US"/>
        </a:p>
      </dgm:t>
    </dgm:pt>
    <dgm:pt modelId="{CC309F06-4C04-4AE3-9C29-9CC34FEB4AF0}" type="sibTrans" cxnId="{F18F4D48-332A-4536-AF3E-EB459AD0CDFD}">
      <dgm:prSet/>
      <dgm:spPr/>
      <dgm:t>
        <a:bodyPr/>
        <a:lstStyle/>
        <a:p>
          <a:endParaRPr lang="en-US"/>
        </a:p>
      </dgm:t>
    </dgm:pt>
    <dgm:pt modelId="{B5747EFA-F7D8-488E-BAD8-7C4AB9112628}">
      <dgm:prSet/>
      <dgm:spPr/>
      <dgm:t>
        <a:bodyPr/>
        <a:lstStyle/>
        <a:p>
          <a:r>
            <a:rPr lang="en-US" dirty="0"/>
            <a:t>Single security measure is insufficient</a:t>
          </a:r>
        </a:p>
      </dgm:t>
    </dgm:pt>
    <dgm:pt modelId="{167224AE-C710-4A0B-8CBE-3375E5796281}" type="parTrans" cxnId="{1D55C464-E61C-47BA-B93A-770E89993FB6}">
      <dgm:prSet/>
      <dgm:spPr/>
      <dgm:t>
        <a:bodyPr/>
        <a:lstStyle/>
        <a:p>
          <a:endParaRPr lang="en-US"/>
        </a:p>
      </dgm:t>
    </dgm:pt>
    <dgm:pt modelId="{BD771180-B768-4C06-A6A4-E0AF7969BE59}" type="sibTrans" cxnId="{1D55C464-E61C-47BA-B93A-770E89993FB6}">
      <dgm:prSet/>
      <dgm:spPr/>
      <dgm:t>
        <a:bodyPr/>
        <a:lstStyle/>
        <a:p>
          <a:endParaRPr lang="en-US"/>
        </a:p>
      </dgm:t>
    </dgm:pt>
    <dgm:pt modelId="{95B62D4B-58C8-44A8-8456-5C4F4771681D}">
      <dgm:prSet/>
      <dgm:spPr/>
      <dgm:t>
        <a:bodyPr/>
        <a:lstStyle/>
        <a:p>
          <a:r>
            <a:rPr lang="en-US" dirty="0"/>
            <a:t>Monitoring and detection are crucial</a:t>
          </a:r>
        </a:p>
      </dgm:t>
    </dgm:pt>
    <dgm:pt modelId="{4AC1B524-2BB9-4676-870C-C10438B5EB4D}" type="parTrans" cxnId="{C2215F81-DE06-4222-A753-52A5720A0634}">
      <dgm:prSet/>
      <dgm:spPr/>
      <dgm:t>
        <a:bodyPr/>
        <a:lstStyle/>
        <a:p>
          <a:endParaRPr lang="en-US"/>
        </a:p>
      </dgm:t>
    </dgm:pt>
    <dgm:pt modelId="{BDDB178A-8F07-412D-A1B9-F3B97C929672}" type="sibTrans" cxnId="{C2215F81-DE06-4222-A753-52A5720A0634}">
      <dgm:prSet/>
      <dgm:spPr/>
      <dgm:t>
        <a:bodyPr/>
        <a:lstStyle/>
        <a:p>
          <a:endParaRPr lang="en-US"/>
        </a:p>
      </dgm:t>
    </dgm:pt>
    <dgm:pt modelId="{A7F99D3F-F1E4-4748-9E1A-790D1D904407}">
      <dgm:prSet/>
      <dgm:spPr/>
      <dgm:t>
        <a:bodyPr/>
        <a:lstStyle/>
        <a:p>
          <a:r>
            <a:rPr lang="en-US" dirty="0"/>
            <a:t>Isolation prevents lateral movement</a:t>
          </a:r>
        </a:p>
      </dgm:t>
    </dgm:pt>
    <dgm:pt modelId="{62AA0675-E783-41E6-B2F4-5EC925F691EF}" type="parTrans" cxnId="{9B3D5F65-5B8D-45FB-8477-6C9D8095EDF4}">
      <dgm:prSet/>
      <dgm:spPr/>
      <dgm:t>
        <a:bodyPr/>
        <a:lstStyle/>
        <a:p>
          <a:endParaRPr lang="en-US"/>
        </a:p>
      </dgm:t>
    </dgm:pt>
    <dgm:pt modelId="{8C6FC5CC-A76F-4931-9EBE-C9A70A44E124}" type="sibTrans" cxnId="{9B3D5F65-5B8D-45FB-8477-6C9D8095EDF4}">
      <dgm:prSet/>
      <dgm:spPr/>
      <dgm:t>
        <a:bodyPr/>
        <a:lstStyle/>
        <a:p>
          <a:endParaRPr lang="en-US"/>
        </a:p>
      </dgm:t>
    </dgm:pt>
    <dgm:pt modelId="{D8BD9140-1242-4782-8345-F5206B714F92}">
      <dgm:prSet phldrT="[Text]" phldr="0"/>
      <dgm:spPr/>
      <dgm:t>
        <a:bodyPr/>
        <a:lstStyle/>
        <a:p>
          <a:r>
            <a:rPr lang="en-US" dirty="0"/>
            <a:t>Understanding TTPs (Tactics, Techniques, Procedures)</a:t>
          </a:r>
        </a:p>
      </dgm:t>
    </dgm:pt>
    <dgm:pt modelId="{89B030ED-2D7B-4224-8D1F-68D3D58B1C26}" type="parTrans" cxnId="{61816336-E601-42E9-B37C-6C9DADE2EFA9}">
      <dgm:prSet/>
      <dgm:spPr/>
      <dgm:t>
        <a:bodyPr/>
        <a:lstStyle/>
        <a:p>
          <a:endParaRPr lang="en-US"/>
        </a:p>
      </dgm:t>
    </dgm:pt>
    <dgm:pt modelId="{A9218234-BEE3-4263-B2FB-06649A96A953}" type="sibTrans" cxnId="{61816336-E601-42E9-B37C-6C9DADE2EFA9}">
      <dgm:prSet/>
      <dgm:spPr/>
      <dgm:t>
        <a:bodyPr/>
        <a:lstStyle/>
        <a:p>
          <a:endParaRPr lang="en-US"/>
        </a:p>
      </dgm:t>
    </dgm:pt>
    <dgm:pt modelId="{969B98D4-4F23-48CA-A31F-7F7914BF4A32}">
      <dgm:prSet phldrT="[Text]"/>
      <dgm:spPr/>
      <dgm:t>
        <a:bodyPr/>
        <a:lstStyle/>
        <a:p>
          <a:r>
            <a:rPr lang="en-US" dirty="0"/>
            <a:t>Strong, unique passwords are critical</a:t>
          </a:r>
        </a:p>
      </dgm:t>
    </dgm:pt>
    <dgm:pt modelId="{30833AE8-CCF8-40B4-B157-23202CDF8BFA}" type="parTrans" cxnId="{8D42F3E8-468C-4E80-95E1-A8253D7632A2}">
      <dgm:prSet/>
      <dgm:spPr/>
      <dgm:t>
        <a:bodyPr/>
        <a:lstStyle/>
        <a:p>
          <a:endParaRPr lang="en-US"/>
        </a:p>
      </dgm:t>
    </dgm:pt>
    <dgm:pt modelId="{42D23BC1-F1DD-4ED4-8260-547BF4731FDD}" type="sibTrans" cxnId="{8D42F3E8-468C-4E80-95E1-A8253D7632A2}">
      <dgm:prSet/>
      <dgm:spPr/>
      <dgm:t>
        <a:bodyPr/>
        <a:lstStyle/>
        <a:p>
          <a:endParaRPr lang="en-US"/>
        </a:p>
      </dgm:t>
    </dgm:pt>
    <dgm:pt modelId="{6CD1CCC8-0DA8-48CC-BFF7-322ADFB57BB6}" type="pres">
      <dgm:prSet presAssocID="{1B22C475-3E54-431C-BAE4-780FA972A15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7E11C9-8DDD-438E-8AAA-5050BB5CCD85}" type="pres">
      <dgm:prSet presAssocID="{BB8EBC69-428A-4DE8-8360-FD344F045C8C}" presName="root" presStyleCnt="0"/>
      <dgm:spPr/>
    </dgm:pt>
    <dgm:pt modelId="{9627D866-2890-431D-9513-389AA0373269}" type="pres">
      <dgm:prSet presAssocID="{BB8EBC69-428A-4DE8-8360-FD344F045C8C}" presName="rootComposite" presStyleCnt="0"/>
      <dgm:spPr/>
    </dgm:pt>
    <dgm:pt modelId="{BE741DBF-7B74-4217-BA4B-28E0B487114F}" type="pres">
      <dgm:prSet presAssocID="{BB8EBC69-428A-4DE8-8360-FD344F045C8C}" presName="rootText" presStyleLbl="node1" presStyleIdx="0" presStyleCnt="4"/>
      <dgm:spPr/>
    </dgm:pt>
    <dgm:pt modelId="{76A91093-F3CF-4203-A6E9-A508B06DC49A}" type="pres">
      <dgm:prSet presAssocID="{BB8EBC69-428A-4DE8-8360-FD344F045C8C}" presName="rootConnector" presStyleLbl="node1" presStyleIdx="0" presStyleCnt="4"/>
      <dgm:spPr/>
    </dgm:pt>
    <dgm:pt modelId="{42760FB4-3B87-4839-AFE3-C43231355C97}" type="pres">
      <dgm:prSet presAssocID="{BB8EBC69-428A-4DE8-8360-FD344F045C8C}" presName="childShape" presStyleCnt="0"/>
      <dgm:spPr/>
    </dgm:pt>
    <dgm:pt modelId="{AB7EE398-8912-494D-99C6-948057A7C7D7}" type="pres">
      <dgm:prSet presAssocID="{8971012D-BAAF-4CC4-A29D-FCBC6025FAAF}" presName="Name13" presStyleLbl="parChTrans1D2" presStyleIdx="0" presStyleCnt="12"/>
      <dgm:spPr/>
    </dgm:pt>
    <dgm:pt modelId="{DA3A64E9-E7EE-452A-A00C-8A9A5CC531B3}" type="pres">
      <dgm:prSet presAssocID="{2B17D685-36D4-4213-BA96-AF23F00D895F}" presName="childText" presStyleLbl="bgAcc1" presStyleIdx="0" presStyleCnt="12">
        <dgm:presLayoutVars>
          <dgm:bulletEnabled val="1"/>
        </dgm:presLayoutVars>
      </dgm:prSet>
      <dgm:spPr/>
    </dgm:pt>
    <dgm:pt modelId="{2C6E74E6-30B9-4469-AD53-B034DE1D3743}" type="pres">
      <dgm:prSet presAssocID="{21E7A27B-C119-4E27-86E8-B9ECEB89319E}" presName="Name13" presStyleLbl="parChTrans1D2" presStyleIdx="1" presStyleCnt="12"/>
      <dgm:spPr/>
    </dgm:pt>
    <dgm:pt modelId="{237D74DA-10BD-41FB-807F-1E1400EC0F9D}" type="pres">
      <dgm:prSet presAssocID="{9599B877-B9C4-4992-AF9B-677A5A864D1C}" presName="childText" presStyleLbl="bgAcc1" presStyleIdx="1" presStyleCnt="12">
        <dgm:presLayoutVars>
          <dgm:bulletEnabled val="1"/>
        </dgm:presLayoutVars>
      </dgm:prSet>
      <dgm:spPr/>
    </dgm:pt>
    <dgm:pt modelId="{7057FC8E-26A8-4F55-AA9C-773C89328CD0}" type="pres">
      <dgm:prSet presAssocID="{62905226-8FA8-4395-A6A0-EA22602444B9}" presName="Name13" presStyleLbl="parChTrans1D2" presStyleIdx="2" presStyleCnt="12"/>
      <dgm:spPr/>
    </dgm:pt>
    <dgm:pt modelId="{3362A0C9-6050-469A-BF4F-E36329936EEB}" type="pres">
      <dgm:prSet presAssocID="{E470B76C-44F2-46A9-8E81-B0EF1E466CFA}" presName="childText" presStyleLbl="bgAcc1" presStyleIdx="2" presStyleCnt="12">
        <dgm:presLayoutVars>
          <dgm:bulletEnabled val="1"/>
        </dgm:presLayoutVars>
      </dgm:prSet>
      <dgm:spPr/>
    </dgm:pt>
    <dgm:pt modelId="{538AF652-FC81-4399-AC19-FF456EFB82C1}" type="pres">
      <dgm:prSet presAssocID="{02A30BFB-6C66-4BF6-9A6B-583437EFF63E}" presName="root" presStyleCnt="0"/>
      <dgm:spPr/>
    </dgm:pt>
    <dgm:pt modelId="{ABF1AFFC-F616-49A8-8D17-F51B55E58BEB}" type="pres">
      <dgm:prSet presAssocID="{02A30BFB-6C66-4BF6-9A6B-583437EFF63E}" presName="rootComposite" presStyleCnt="0"/>
      <dgm:spPr/>
    </dgm:pt>
    <dgm:pt modelId="{88DFF134-8120-41FD-ABAE-C168A94D5BCE}" type="pres">
      <dgm:prSet presAssocID="{02A30BFB-6C66-4BF6-9A6B-583437EFF63E}" presName="rootText" presStyleLbl="node1" presStyleIdx="1" presStyleCnt="4"/>
      <dgm:spPr/>
    </dgm:pt>
    <dgm:pt modelId="{7DF14F76-9AC5-4266-BDB7-DF79C2505796}" type="pres">
      <dgm:prSet presAssocID="{02A30BFB-6C66-4BF6-9A6B-583437EFF63E}" presName="rootConnector" presStyleLbl="node1" presStyleIdx="1" presStyleCnt="4"/>
      <dgm:spPr/>
    </dgm:pt>
    <dgm:pt modelId="{E64B3498-254C-482C-A854-D467F1D86C28}" type="pres">
      <dgm:prSet presAssocID="{02A30BFB-6C66-4BF6-9A6B-583437EFF63E}" presName="childShape" presStyleCnt="0"/>
      <dgm:spPr/>
    </dgm:pt>
    <dgm:pt modelId="{37A3418E-9D9F-4A9C-BFCC-6BB6EF2565F3}" type="pres">
      <dgm:prSet presAssocID="{E7AE5385-71EE-43BB-911A-47153EB94361}" presName="Name13" presStyleLbl="parChTrans1D2" presStyleIdx="3" presStyleCnt="12"/>
      <dgm:spPr/>
    </dgm:pt>
    <dgm:pt modelId="{7C92B80C-DF43-45DF-A09A-C22530937D89}" type="pres">
      <dgm:prSet presAssocID="{BC241EC3-FA69-41A3-8E06-25A4DB88E301}" presName="childText" presStyleLbl="bgAcc1" presStyleIdx="3" presStyleCnt="12">
        <dgm:presLayoutVars>
          <dgm:bulletEnabled val="1"/>
        </dgm:presLayoutVars>
      </dgm:prSet>
      <dgm:spPr/>
    </dgm:pt>
    <dgm:pt modelId="{4F2BADB2-4135-479F-985E-04E0F7D887E2}" type="pres">
      <dgm:prSet presAssocID="{5618AB9A-DE54-4982-882E-B0A867C57EE5}" presName="Name13" presStyleLbl="parChTrans1D2" presStyleIdx="4" presStyleCnt="12"/>
      <dgm:spPr/>
    </dgm:pt>
    <dgm:pt modelId="{D555001A-9790-41C4-833D-17CB4E0AAE30}" type="pres">
      <dgm:prSet presAssocID="{82593ED9-1C60-4CCF-B177-A303591A1A40}" presName="childText" presStyleLbl="bgAcc1" presStyleIdx="4" presStyleCnt="12">
        <dgm:presLayoutVars>
          <dgm:bulletEnabled val="1"/>
        </dgm:presLayoutVars>
      </dgm:prSet>
      <dgm:spPr/>
    </dgm:pt>
    <dgm:pt modelId="{BEC93D58-6D14-41FB-BD71-9E6BF7D78FB9}" type="pres">
      <dgm:prSet presAssocID="{30833AE8-CCF8-40B4-B157-23202CDF8BFA}" presName="Name13" presStyleLbl="parChTrans1D2" presStyleIdx="5" presStyleCnt="12"/>
      <dgm:spPr/>
    </dgm:pt>
    <dgm:pt modelId="{9049C750-CB98-4129-BA2B-91FEECB4620A}" type="pres">
      <dgm:prSet presAssocID="{969B98D4-4F23-48CA-A31F-7F7914BF4A32}" presName="childText" presStyleLbl="bgAcc1" presStyleIdx="5" presStyleCnt="12">
        <dgm:presLayoutVars>
          <dgm:bulletEnabled val="1"/>
        </dgm:presLayoutVars>
      </dgm:prSet>
      <dgm:spPr/>
    </dgm:pt>
    <dgm:pt modelId="{A7F1FD00-0A53-4869-A85F-438D2E1A19A2}" type="pres">
      <dgm:prSet presAssocID="{4027F184-75E2-418E-9C77-C9CAD1A53331}" presName="root" presStyleCnt="0"/>
      <dgm:spPr/>
    </dgm:pt>
    <dgm:pt modelId="{F201F6B7-E8F3-47F9-B946-0867AF8D894D}" type="pres">
      <dgm:prSet presAssocID="{4027F184-75E2-418E-9C77-C9CAD1A53331}" presName="rootComposite" presStyleCnt="0"/>
      <dgm:spPr/>
    </dgm:pt>
    <dgm:pt modelId="{4E647F82-9CFD-4104-A961-2DE427444D91}" type="pres">
      <dgm:prSet presAssocID="{4027F184-75E2-418E-9C77-C9CAD1A53331}" presName="rootText" presStyleLbl="node1" presStyleIdx="2" presStyleCnt="4"/>
      <dgm:spPr/>
    </dgm:pt>
    <dgm:pt modelId="{9B322131-FB41-4499-A71C-383B99B48640}" type="pres">
      <dgm:prSet presAssocID="{4027F184-75E2-418E-9C77-C9CAD1A53331}" presName="rootConnector" presStyleLbl="node1" presStyleIdx="2" presStyleCnt="4"/>
      <dgm:spPr/>
    </dgm:pt>
    <dgm:pt modelId="{4050B448-93D6-4D64-A956-A85AAE304BF8}" type="pres">
      <dgm:prSet presAssocID="{4027F184-75E2-418E-9C77-C9CAD1A53331}" presName="childShape" presStyleCnt="0"/>
      <dgm:spPr/>
    </dgm:pt>
    <dgm:pt modelId="{2A471A87-F517-49D9-8BF3-9A9399EDB641}" type="pres">
      <dgm:prSet presAssocID="{167224AE-C710-4A0B-8CBE-3375E5796281}" presName="Name13" presStyleLbl="parChTrans1D2" presStyleIdx="6" presStyleCnt="12"/>
      <dgm:spPr/>
    </dgm:pt>
    <dgm:pt modelId="{F35BA679-1925-45AA-814E-A3F115C57C3B}" type="pres">
      <dgm:prSet presAssocID="{B5747EFA-F7D8-488E-BAD8-7C4AB9112628}" presName="childText" presStyleLbl="bgAcc1" presStyleIdx="6" presStyleCnt="12">
        <dgm:presLayoutVars>
          <dgm:bulletEnabled val="1"/>
        </dgm:presLayoutVars>
      </dgm:prSet>
      <dgm:spPr/>
    </dgm:pt>
    <dgm:pt modelId="{4EBCDD9E-CE6E-4C6F-B83A-F0166E7F6A39}" type="pres">
      <dgm:prSet presAssocID="{4AC1B524-2BB9-4676-870C-C10438B5EB4D}" presName="Name13" presStyleLbl="parChTrans1D2" presStyleIdx="7" presStyleCnt="12"/>
      <dgm:spPr/>
    </dgm:pt>
    <dgm:pt modelId="{316CEF16-4224-4863-A0A3-F2713F9DA88D}" type="pres">
      <dgm:prSet presAssocID="{95B62D4B-58C8-44A8-8456-5C4F4771681D}" presName="childText" presStyleLbl="bgAcc1" presStyleIdx="7" presStyleCnt="12">
        <dgm:presLayoutVars>
          <dgm:bulletEnabled val="1"/>
        </dgm:presLayoutVars>
      </dgm:prSet>
      <dgm:spPr/>
    </dgm:pt>
    <dgm:pt modelId="{03A86891-62A6-4719-A880-1688DB051499}" type="pres">
      <dgm:prSet presAssocID="{62AA0675-E783-41E6-B2F4-5EC925F691EF}" presName="Name13" presStyleLbl="parChTrans1D2" presStyleIdx="8" presStyleCnt="12"/>
      <dgm:spPr/>
    </dgm:pt>
    <dgm:pt modelId="{BA5103F0-C1AA-4080-85E0-E3D6371BFC72}" type="pres">
      <dgm:prSet presAssocID="{A7F99D3F-F1E4-4748-9E1A-790D1D904407}" presName="childText" presStyleLbl="bgAcc1" presStyleIdx="8" presStyleCnt="12">
        <dgm:presLayoutVars>
          <dgm:bulletEnabled val="1"/>
        </dgm:presLayoutVars>
      </dgm:prSet>
      <dgm:spPr/>
    </dgm:pt>
    <dgm:pt modelId="{D27A79EA-2BEA-4C5B-BCD9-D6594AAD220C}" type="pres">
      <dgm:prSet presAssocID="{0D958264-272E-410F-9D29-30EE7762BAB7}" presName="root" presStyleCnt="0"/>
      <dgm:spPr/>
    </dgm:pt>
    <dgm:pt modelId="{C1FCE07E-A0ED-4744-8A44-429BA8395D7C}" type="pres">
      <dgm:prSet presAssocID="{0D958264-272E-410F-9D29-30EE7762BAB7}" presName="rootComposite" presStyleCnt="0"/>
      <dgm:spPr/>
    </dgm:pt>
    <dgm:pt modelId="{3F37ADC6-D471-4409-BDA7-5A2CD3490B69}" type="pres">
      <dgm:prSet presAssocID="{0D958264-272E-410F-9D29-30EE7762BAB7}" presName="rootText" presStyleLbl="node1" presStyleIdx="3" presStyleCnt="4"/>
      <dgm:spPr/>
    </dgm:pt>
    <dgm:pt modelId="{240BAADC-1C15-4FAD-B591-F6DC4486DF19}" type="pres">
      <dgm:prSet presAssocID="{0D958264-272E-410F-9D29-30EE7762BAB7}" presName="rootConnector" presStyleLbl="node1" presStyleIdx="3" presStyleCnt="4"/>
      <dgm:spPr/>
    </dgm:pt>
    <dgm:pt modelId="{815E6A42-4471-43BF-BBAE-A41244BFB90C}" type="pres">
      <dgm:prSet presAssocID="{0D958264-272E-410F-9D29-30EE7762BAB7}" presName="childShape" presStyleCnt="0"/>
      <dgm:spPr/>
    </dgm:pt>
    <dgm:pt modelId="{1999F744-C173-421D-B778-4EE57FFE2088}" type="pres">
      <dgm:prSet presAssocID="{EBCA3D12-7BE3-4B7F-A4A7-EBD92095CBF7}" presName="Name13" presStyleLbl="parChTrans1D2" presStyleIdx="9" presStyleCnt="12"/>
      <dgm:spPr/>
    </dgm:pt>
    <dgm:pt modelId="{A58D21E9-481D-4451-AD63-F102AB8B626B}" type="pres">
      <dgm:prSet presAssocID="{F40EACEC-B206-4F9D-9156-16D688F85D8C}" presName="childText" presStyleLbl="bgAcc1" presStyleIdx="9" presStyleCnt="12">
        <dgm:presLayoutVars>
          <dgm:bulletEnabled val="1"/>
        </dgm:presLayoutVars>
      </dgm:prSet>
      <dgm:spPr/>
    </dgm:pt>
    <dgm:pt modelId="{346E979C-57E2-4B5E-891D-2449FE265D8E}" type="pres">
      <dgm:prSet presAssocID="{473973A6-19B5-4CA9-ACE5-A6EF35C7F04F}" presName="Name13" presStyleLbl="parChTrans1D2" presStyleIdx="10" presStyleCnt="12"/>
      <dgm:spPr/>
    </dgm:pt>
    <dgm:pt modelId="{99FD2B6F-4758-4203-BC44-2199D1ED8A81}" type="pres">
      <dgm:prSet presAssocID="{9E658294-511D-4D51-A994-D8C6F7DDD5E4}" presName="childText" presStyleLbl="bgAcc1" presStyleIdx="10" presStyleCnt="12">
        <dgm:presLayoutVars>
          <dgm:bulletEnabled val="1"/>
        </dgm:presLayoutVars>
      </dgm:prSet>
      <dgm:spPr/>
    </dgm:pt>
    <dgm:pt modelId="{D38DE613-671F-4D1F-BA9E-DDA7188444D6}" type="pres">
      <dgm:prSet presAssocID="{89B030ED-2D7B-4224-8D1F-68D3D58B1C26}" presName="Name13" presStyleLbl="parChTrans1D2" presStyleIdx="11" presStyleCnt="12"/>
      <dgm:spPr/>
    </dgm:pt>
    <dgm:pt modelId="{2224B5EC-B8DA-404D-8067-3D23D2A52D12}" type="pres">
      <dgm:prSet presAssocID="{D8BD9140-1242-4782-8345-F5206B714F92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AF522412-EA43-436A-9588-464CB7D30B19}" type="presOf" srcId="{0D958264-272E-410F-9D29-30EE7762BAB7}" destId="{3F37ADC6-D471-4409-BDA7-5A2CD3490B69}" srcOrd="0" destOrd="0" presId="urn:microsoft.com/office/officeart/2005/8/layout/hierarchy3"/>
    <dgm:cxn modelId="{FC8CE220-AAD7-4B20-9311-3C5BD1E617FC}" type="presOf" srcId="{82593ED9-1C60-4CCF-B177-A303591A1A40}" destId="{D555001A-9790-41C4-833D-17CB4E0AAE30}" srcOrd="0" destOrd="0" presId="urn:microsoft.com/office/officeart/2005/8/layout/hierarchy3"/>
    <dgm:cxn modelId="{979E7921-0F85-4109-9747-E21BDA351A70}" srcId="{1B22C475-3E54-431C-BAE4-780FA972A153}" destId="{02A30BFB-6C66-4BF6-9A6B-583437EFF63E}" srcOrd="1" destOrd="0" parTransId="{1B9509B5-FD99-4F6E-9F18-890915BF42CB}" sibTransId="{124445F4-F9F3-4F80-B5A7-58EF937DF6DD}"/>
    <dgm:cxn modelId="{877DDB23-7CB3-4BA5-A0D5-D54295026CA9}" type="presOf" srcId="{21E7A27B-C119-4E27-86E8-B9ECEB89319E}" destId="{2C6E74E6-30B9-4469-AD53-B034DE1D3743}" srcOrd="0" destOrd="0" presId="urn:microsoft.com/office/officeart/2005/8/layout/hierarchy3"/>
    <dgm:cxn modelId="{8D67E123-5EEF-427D-AD66-C31EE38D8B4E}" type="presOf" srcId="{B5747EFA-F7D8-488E-BAD8-7C4AB9112628}" destId="{F35BA679-1925-45AA-814E-A3F115C57C3B}" srcOrd="0" destOrd="0" presId="urn:microsoft.com/office/officeart/2005/8/layout/hierarchy3"/>
    <dgm:cxn modelId="{5AE1102C-C6F9-497D-8D3B-18FCC138F1C1}" type="presOf" srcId="{BB8EBC69-428A-4DE8-8360-FD344F045C8C}" destId="{BE741DBF-7B74-4217-BA4B-28E0B487114F}" srcOrd="0" destOrd="0" presId="urn:microsoft.com/office/officeart/2005/8/layout/hierarchy3"/>
    <dgm:cxn modelId="{85C71336-C3CE-4410-BCB2-43BEEBB28A8E}" srcId="{0D958264-272E-410F-9D29-30EE7762BAB7}" destId="{F40EACEC-B206-4F9D-9156-16D688F85D8C}" srcOrd="0" destOrd="0" parTransId="{EBCA3D12-7BE3-4B7F-A4A7-EBD92095CBF7}" sibTransId="{29D88696-AB1A-406E-BE03-8E07E8B19141}"/>
    <dgm:cxn modelId="{61816336-E601-42E9-B37C-6C9DADE2EFA9}" srcId="{0D958264-272E-410F-9D29-30EE7762BAB7}" destId="{D8BD9140-1242-4782-8345-F5206B714F92}" srcOrd="2" destOrd="0" parTransId="{89B030ED-2D7B-4224-8D1F-68D3D58B1C26}" sibTransId="{A9218234-BEE3-4263-B2FB-06649A96A953}"/>
    <dgm:cxn modelId="{E5C4AD3D-F907-4112-86E6-10F6CE5E147D}" type="presOf" srcId="{F40EACEC-B206-4F9D-9156-16D688F85D8C}" destId="{A58D21E9-481D-4451-AD63-F102AB8B626B}" srcOrd="0" destOrd="0" presId="urn:microsoft.com/office/officeart/2005/8/layout/hierarchy3"/>
    <dgm:cxn modelId="{BB10B663-4D40-44E5-8A56-4E67FAA707D9}" srcId="{0D958264-272E-410F-9D29-30EE7762BAB7}" destId="{9E658294-511D-4D51-A994-D8C6F7DDD5E4}" srcOrd="1" destOrd="0" parTransId="{473973A6-19B5-4CA9-ACE5-A6EF35C7F04F}" sibTransId="{D7B0606D-A7BD-4C6C-BB1B-A387D20558A2}"/>
    <dgm:cxn modelId="{1D55C464-E61C-47BA-B93A-770E89993FB6}" srcId="{4027F184-75E2-418E-9C77-C9CAD1A53331}" destId="{B5747EFA-F7D8-488E-BAD8-7C4AB9112628}" srcOrd="0" destOrd="0" parTransId="{167224AE-C710-4A0B-8CBE-3375E5796281}" sibTransId="{BD771180-B768-4C06-A6A4-E0AF7969BE59}"/>
    <dgm:cxn modelId="{9B3D5F65-5B8D-45FB-8477-6C9D8095EDF4}" srcId="{4027F184-75E2-418E-9C77-C9CAD1A53331}" destId="{A7F99D3F-F1E4-4748-9E1A-790D1D904407}" srcOrd="2" destOrd="0" parTransId="{62AA0675-E783-41E6-B2F4-5EC925F691EF}" sibTransId="{8C6FC5CC-A76F-4931-9EBE-C9A70A44E124}"/>
    <dgm:cxn modelId="{B1AF6965-F592-4614-955F-B43D04CB2288}" srcId="{BB8EBC69-428A-4DE8-8360-FD344F045C8C}" destId="{9599B877-B9C4-4992-AF9B-677A5A864D1C}" srcOrd="1" destOrd="0" parTransId="{21E7A27B-C119-4E27-86E8-B9ECEB89319E}" sibTransId="{04302D58-07DC-4E7B-A78E-DB40DE3817CE}"/>
    <dgm:cxn modelId="{8370B266-FC53-4F82-BBCD-69647CB53BB8}" type="presOf" srcId="{30833AE8-CCF8-40B4-B157-23202CDF8BFA}" destId="{BEC93D58-6D14-41FB-BD71-9E6BF7D78FB9}" srcOrd="0" destOrd="0" presId="urn:microsoft.com/office/officeart/2005/8/layout/hierarchy3"/>
    <dgm:cxn modelId="{F18F4D48-332A-4536-AF3E-EB459AD0CDFD}" srcId="{02A30BFB-6C66-4BF6-9A6B-583437EFF63E}" destId="{82593ED9-1C60-4CCF-B177-A303591A1A40}" srcOrd="1" destOrd="0" parTransId="{5618AB9A-DE54-4982-882E-B0A867C57EE5}" sibTransId="{CC309F06-4C04-4AE3-9C29-9CC34FEB4AF0}"/>
    <dgm:cxn modelId="{319BB34C-81E0-483C-A1FD-9F6052A48897}" type="presOf" srcId="{167224AE-C710-4A0B-8CBE-3375E5796281}" destId="{2A471A87-F517-49D9-8BF3-9A9399EDB641}" srcOrd="0" destOrd="0" presId="urn:microsoft.com/office/officeart/2005/8/layout/hierarchy3"/>
    <dgm:cxn modelId="{709A0570-1E78-43B7-846D-5D3805BBAAFF}" type="presOf" srcId="{89B030ED-2D7B-4224-8D1F-68D3D58B1C26}" destId="{D38DE613-671F-4D1F-BA9E-DDA7188444D6}" srcOrd="0" destOrd="0" presId="urn:microsoft.com/office/officeart/2005/8/layout/hierarchy3"/>
    <dgm:cxn modelId="{56ADF078-CF24-4CF6-A164-0C87FF44010B}" type="presOf" srcId="{E470B76C-44F2-46A9-8E81-B0EF1E466CFA}" destId="{3362A0C9-6050-469A-BF4F-E36329936EEB}" srcOrd="0" destOrd="0" presId="urn:microsoft.com/office/officeart/2005/8/layout/hierarchy3"/>
    <dgm:cxn modelId="{EA93A37A-C837-4692-96D4-69097F4041A6}" type="presOf" srcId="{473973A6-19B5-4CA9-ACE5-A6EF35C7F04F}" destId="{346E979C-57E2-4B5E-891D-2449FE265D8E}" srcOrd="0" destOrd="0" presId="urn:microsoft.com/office/officeart/2005/8/layout/hierarchy3"/>
    <dgm:cxn modelId="{C2215F81-DE06-4222-A753-52A5720A0634}" srcId="{4027F184-75E2-418E-9C77-C9CAD1A53331}" destId="{95B62D4B-58C8-44A8-8456-5C4F4771681D}" srcOrd="1" destOrd="0" parTransId="{4AC1B524-2BB9-4676-870C-C10438B5EB4D}" sibTransId="{BDDB178A-8F07-412D-A1B9-F3B97C929672}"/>
    <dgm:cxn modelId="{75BD1882-EB91-4D7D-A315-48A4A4032CB4}" srcId="{BB8EBC69-428A-4DE8-8360-FD344F045C8C}" destId="{E470B76C-44F2-46A9-8E81-B0EF1E466CFA}" srcOrd="2" destOrd="0" parTransId="{62905226-8FA8-4395-A6A0-EA22602444B9}" sibTransId="{B4E0164D-B3A3-4301-9FF1-9D7D3FEAB4EC}"/>
    <dgm:cxn modelId="{3F846787-19BE-4C7E-9B33-DB0376FF9D6F}" srcId="{BB8EBC69-428A-4DE8-8360-FD344F045C8C}" destId="{2B17D685-36D4-4213-BA96-AF23F00D895F}" srcOrd="0" destOrd="0" parTransId="{8971012D-BAAF-4CC4-A29D-FCBC6025FAAF}" sibTransId="{F78ECDDC-D93E-4E8E-9102-BCA5A6296C43}"/>
    <dgm:cxn modelId="{78262C8A-49BC-4102-B0A0-68EC704D7001}" type="presOf" srcId="{0D958264-272E-410F-9D29-30EE7762BAB7}" destId="{240BAADC-1C15-4FAD-B591-F6DC4486DF19}" srcOrd="1" destOrd="0" presId="urn:microsoft.com/office/officeart/2005/8/layout/hierarchy3"/>
    <dgm:cxn modelId="{4042FC8A-06F2-4F62-ACC5-75A590648BF9}" type="presOf" srcId="{62AA0675-E783-41E6-B2F4-5EC925F691EF}" destId="{03A86891-62A6-4719-A880-1688DB051499}" srcOrd="0" destOrd="0" presId="urn:microsoft.com/office/officeart/2005/8/layout/hierarchy3"/>
    <dgm:cxn modelId="{B6FC2892-E938-4FA9-9B7D-96DD6B14FD16}" type="presOf" srcId="{E7AE5385-71EE-43BB-911A-47153EB94361}" destId="{37A3418E-9D9F-4A9C-BFCC-6BB6EF2565F3}" srcOrd="0" destOrd="0" presId="urn:microsoft.com/office/officeart/2005/8/layout/hierarchy3"/>
    <dgm:cxn modelId="{3CF43095-38BF-432A-8A9D-1EE5D99DF741}" type="presOf" srcId="{BC241EC3-FA69-41A3-8E06-25A4DB88E301}" destId="{7C92B80C-DF43-45DF-A09A-C22530937D89}" srcOrd="0" destOrd="0" presId="urn:microsoft.com/office/officeart/2005/8/layout/hierarchy3"/>
    <dgm:cxn modelId="{8F89E897-BB2B-4A12-9E0C-BC341DE8734C}" type="presOf" srcId="{969B98D4-4F23-48CA-A31F-7F7914BF4A32}" destId="{9049C750-CB98-4129-BA2B-91FEECB4620A}" srcOrd="0" destOrd="0" presId="urn:microsoft.com/office/officeart/2005/8/layout/hierarchy3"/>
    <dgm:cxn modelId="{ABC51A9D-4400-41CC-ACC5-5BEB71F1311E}" type="presOf" srcId="{8971012D-BAAF-4CC4-A29D-FCBC6025FAAF}" destId="{AB7EE398-8912-494D-99C6-948057A7C7D7}" srcOrd="0" destOrd="0" presId="urn:microsoft.com/office/officeart/2005/8/layout/hierarchy3"/>
    <dgm:cxn modelId="{13DA23A6-22D8-4A4F-B306-9B266735F50E}" type="presOf" srcId="{EBCA3D12-7BE3-4B7F-A4A7-EBD92095CBF7}" destId="{1999F744-C173-421D-B778-4EE57FFE2088}" srcOrd="0" destOrd="0" presId="urn:microsoft.com/office/officeart/2005/8/layout/hierarchy3"/>
    <dgm:cxn modelId="{2D9DBCAB-1900-4A50-9C1A-CAC88084C5DF}" type="presOf" srcId="{62905226-8FA8-4395-A6A0-EA22602444B9}" destId="{7057FC8E-26A8-4F55-AA9C-773C89328CD0}" srcOrd="0" destOrd="0" presId="urn:microsoft.com/office/officeart/2005/8/layout/hierarchy3"/>
    <dgm:cxn modelId="{D1C920B0-6467-4798-8656-FEBBF0268C40}" type="presOf" srcId="{D8BD9140-1242-4782-8345-F5206B714F92}" destId="{2224B5EC-B8DA-404D-8067-3D23D2A52D12}" srcOrd="0" destOrd="0" presId="urn:microsoft.com/office/officeart/2005/8/layout/hierarchy3"/>
    <dgm:cxn modelId="{5C1850B0-8A10-4043-9403-51990BC0AD02}" type="presOf" srcId="{2B17D685-36D4-4213-BA96-AF23F00D895F}" destId="{DA3A64E9-E7EE-452A-A00C-8A9A5CC531B3}" srcOrd="0" destOrd="0" presId="urn:microsoft.com/office/officeart/2005/8/layout/hierarchy3"/>
    <dgm:cxn modelId="{3AB1D8B2-C200-4B45-933C-11BF0E4AEA07}" type="presOf" srcId="{4027F184-75E2-418E-9C77-C9CAD1A53331}" destId="{4E647F82-9CFD-4104-A961-2DE427444D91}" srcOrd="0" destOrd="0" presId="urn:microsoft.com/office/officeart/2005/8/layout/hierarchy3"/>
    <dgm:cxn modelId="{CDC7ABB3-7565-46D0-8138-BC3520033DE3}" type="presOf" srcId="{02A30BFB-6C66-4BF6-9A6B-583437EFF63E}" destId="{7DF14F76-9AC5-4266-BDB7-DF79C2505796}" srcOrd="1" destOrd="0" presId="urn:microsoft.com/office/officeart/2005/8/layout/hierarchy3"/>
    <dgm:cxn modelId="{0A3B6EB5-AF0D-49EE-B761-7C6B44C0739D}" type="presOf" srcId="{BB8EBC69-428A-4DE8-8360-FD344F045C8C}" destId="{76A91093-F3CF-4203-A6E9-A508B06DC49A}" srcOrd="1" destOrd="0" presId="urn:microsoft.com/office/officeart/2005/8/layout/hierarchy3"/>
    <dgm:cxn modelId="{D3B0AAB6-052C-46E9-81EF-ADE41C9A3365}" type="presOf" srcId="{95B62D4B-58C8-44A8-8456-5C4F4771681D}" destId="{316CEF16-4224-4863-A0A3-F2713F9DA88D}" srcOrd="0" destOrd="0" presId="urn:microsoft.com/office/officeart/2005/8/layout/hierarchy3"/>
    <dgm:cxn modelId="{67EC1CBF-4A80-4B4A-B3D0-6F7FFD9300E3}" type="presOf" srcId="{02A30BFB-6C66-4BF6-9A6B-583437EFF63E}" destId="{88DFF134-8120-41FD-ABAE-C168A94D5BCE}" srcOrd="0" destOrd="0" presId="urn:microsoft.com/office/officeart/2005/8/layout/hierarchy3"/>
    <dgm:cxn modelId="{FD7534C4-BA88-481D-8FC3-C98F4B5EADF5}" type="presOf" srcId="{9599B877-B9C4-4992-AF9B-677A5A864D1C}" destId="{237D74DA-10BD-41FB-807F-1E1400EC0F9D}" srcOrd="0" destOrd="0" presId="urn:microsoft.com/office/officeart/2005/8/layout/hierarchy3"/>
    <dgm:cxn modelId="{45599EC8-51AF-40C4-AC68-E61F59EED466}" srcId="{1B22C475-3E54-431C-BAE4-780FA972A153}" destId="{0D958264-272E-410F-9D29-30EE7762BAB7}" srcOrd="3" destOrd="0" parTransId="{800E06B9-006E-4874-8BA5-F7E9FFED18B4}" sibTransId="{77F11EC5-7BCE-4F8E-A2F5-6F4E7E203A6F}"/>
    <dgm:cxn modelId="{53557AC9-C4DF-40C0-A439-4ACCCDB9F1BC}" type="presOf" srcId="{5618AB9A-DE54-4982-882E-B0A867C57EE5}" destId="{4F2BADB2-4135-479F-985E-04E0F7D887E2}" srcOrd="0" destOrd="0" presId="urn:microsoft.com/office/officeart/2005/8/layout/hierarchy3"/>
    <dgm:cxn modelId="{9ECE15CC-FD97-4AAD-8F1F-BF3C779EE66F}" srcId="{1B22C475-3E54-431C-BAE4-780FA972A153}" destId="{BB8EBC69-428A-4DE8-8360-FD344F045C8C}" srcOrd="0" destOrd="0" parTransId="{AFEAF041-059C-44AB-9A25-1BE4D6631C74}" sibTransId="{AA2F1C0C-8BA3-4343-B6FC-16B66ACBA5A4}"/>
    <dgm:cxn modelId="{9F11B3D0-8B78-4D00-BEAD-759DDA51E882}" type="presOf" srcId="{4027F184-75E2-418E-9C77-C9CAD1A53331}" destId="{9B322131-FB41-4499-A71C-383B99B48640}" srcOrd="1" destOrd="0" presId="urn:microsoft.com/office/officeart/2005/8/layout/hierarchy3"/>
    <dgm:cxn modelId="{56C745E8-70D3-4A9C-84F9-BBFE76520E22}" type="presOf" srcId="{A7F99D3F-F1E4-4748-9E1A-790D1D904407}" destId="{BA5103F0-C1AA-4080-85E0-E3D6371BFC72}" srcOrd="0" destOrd="0" presId="urn:microsoft.com/office/officeart/2005/8/layout/hierarchy3"/>
    <dgm:cxn modelId="{8D42F3E8-468C-4E80-95E1-A8253D7632A2}" srcId="{02A30BFB-6C66-4BF6-9A6B-583437EFF63E}" destId="{969B98D4-4F23-48CA-A31F-7F7914BF4A32}" srcOrd="2" destOrd="0" parTransId="{30833AE8-CCF8-40B4-B157-23202CDF8BFA}" sibTransId="{42D23BC1-F1DD-4ED4-8260-547BF4731FDD}"/>
    <dgm:cxn modelId="{6A9D7BEA-D4D3-4FA3-B94D-2091C54D7551}" type="presOf" srcId="{4AC1B524-2BB9-4676-870C-C10438B5EB4D}" destId="{4EBCDD9E-CE6E-4C6F-B83A-F0166E7F6A39}" srcOrd="0" destOrd="0" presId="urn:microsoft.com/office/officeart/2005/8/layout/hierarchy3"/>
    <dgm:cxn modelId="{393FAFF5-70C3-4CCF-8D0C-02FB5AC47433}" type="presOf" srcId="{9E658294-511D-4D51-A994-D8C6F7DDD5E4}" destId="{99FD2B6F-4758-4203-BC44-2199D1ED8A81}" srcOrd="0" destOrd="0" presId="urn:microsoft.com/office/officeart/2005/8/layout/hierarchy3"/>
    <dgm:cxn modelId="{5E041AF7-AC3E-4B86-BAE9-209B5517DE37}" srcId="{02A30BFB-6C66-4BF6-9A6B-583437EFF63E}" destId="{BC241EC3-FA69-41A3-8E06-25A4DB88E301}" srcOrd="0" destOrd="0" parTransId="{E7AE5385-71EE-43BB-911A-47153EB94361}" sibTransId="{5B1EAB4D-4DE8-4234-A3B7-BD61241636D6}"/>
    <dgm:cxn modelId="{693A77F9-B1A1-4D75-8F92-A18DB6D0E7D1}" type="presOf" srcId="{1B22C475-3E54-431C-BAE4-780FA972A153}" destId="{6CD1CCC8-0DA8-48CC-BFF7-322ADFB57BB6}" srcOrd="0" destOrd="0" presId="urn:microsoft.com/office/officeart/2005/8/layout/hierarchy3"/>
    <dgm:cxn modelId="{E5AF23FC-77CD-4BBC-97DA-85A6C1CF2AD9}" srcId="{1B22C475-3E54-431C-BAE4-780FA972A153}" destId="{4027F184-75E2-418E-9C77-C9CAD1A53331}" srcOrd="2" destOrd="0" parTransId="{ACD12523-BF51-4DD4-8A8A-C3274C592E59}" sibTransId="{06F77E79-580E-4E13-B82F-AEBB4026829C}"/>
    <dgm:cxn modelId="{946E1307-7DE3-41F2-8370-DF89F2C37017}" type="presParOf" srcId="{6CD1CCC8-0DA8-48CC-BFF7-322ADFB57BB6}" destId="{557E11C9-8DDD-438E-8AAA-5050BB5CCD85}" srcOrd="0" destOrd="0" presId="urn:microsoft.com/office/officeart/2005/8/layout/hierarchy3"/>
    <dgm:cxn modelId="{6FB12DC0-A8D0-49CA-A2DD-2F274F147B8B}" type="presParOf" srcId="{557E11C9-8DDD-438E-8AAA-5050BB5CCD85}" destId="{9627D866-2890-431D-9513-389AA0373269}" srcOrd="0" destOrd="0" presId="urn:microsoft.com/office/officeart/2005/8/layout/hierarchy3"/>
    <dgm:cxn modelId="{9F163B25-F92A-466E-8005-70C0F453DC68}" type="presParOf" srcId="{9627D866-2890-431D-9513-389AA0373269}" destId="{BE741DBF-7B74-4217-BA4B-28E0B487114F}" srcOrd="0" destOrd="0" presId="urn:microsoft.com/office/officeart/2005/8/layout/hierarchy3"/>
    <dgm:cxn modelId="{159F6CD7-60EB-4C36-9C02-A5638B9B22F9}" type="presParOf" srcId="{9627D866-2890-431D-9513-389AA0373269}" destId="{76A91093-F3CF-4203-A6E9-A508B06DC49A}" srcOrd="1" destOrd="0" presId="urn:microsoft.com/office/officeart/2005/8/layout/hierarchy3"/>
    <dgm:cxn modelId="{B8CA3470-D0E1-4498-ACC9-C85FECFAE460}" type="presParOf" srcId="{557E11C9-8DDD-438E-8AAA-5050BB5CCD85}" destId="{42760FB4-3B87-4839-AFE3-C43231355C97}" srcOrd="1" destOrd="0" presId="urn:microsoft.com/office/officeart/2005/8/layout/hierarchy3"/>
    <dgm:cxn modelId="{4D2FF107-9F0C-4CFD-9258-90E55D67EF96}" type="presParOf" srcId="{42760FB4-3B87-4839-AFE3-C43231355C97}" destId="{AB7EE398-8912-494D-99C6-948057A7C7D7}" srcOrd="0" destOrd="0" presId="urn:microsoft.com/office/officeart/2005/8/layout/hierarchy3"/>
    <dgm:cxn modelId="{B0F09413-D002-4BAA-9382-556726841BF9}" type="presParOf" srcId="{42760FB4-3B87-4839-AFE3-C43231355C97}" destId="{DA3A64E9-E7EE-452A-A00C-8A9A5CC531B3}" srcOrd="1" destOrd="0" presId="urn:microsoft.com/office/officeart/2005/8/layout/hierarchy3"/>
    <dgm:cxn modelId="{6ECB30FF-FD3A-4755-9FAB-21182E6C0AF1}" type="presParOf" srcId="{42760FB4-3B87-4839-AFE3-C43231355C97}" destId="{2C6E74E6-30B9-4469-AD53-B034DE1D3743}" srcOrd="2" destOrd="0" presId="urn:microsoft.com/office/officeart/2005/8/layout/hierarchy3"/>
    <dgm:cxn modelId="{584551C9-04B0-460E-AAD3-0AF46796928B}" type="presParOf" srcId="{42760FB4-3B87-4839-AFE3-C43231355C97}" destId="{237D74DA-10BD-41FB-807F-1E1400EC0F9D}" srcOrd="3" destOrd="0" presId="urn:microsoft.com/office/officeart/2005/8/layout/hierarchy3"/>
    <dgm:cxn modelId="{B378853B-8EF2-49FA-8975-6D3908DD8625}" type="presParOf" srcId="{42760FB4-3B87-4839-AFE3-C43231355C97}" destId="{7057FC8E-26A8-4F55-AA9C-773C89328CD0}" srcOrd="4" destOrd="0" presId="urn:microsoft.com/office/officeart/2005/8/layout/hierarchy3"/>
    <dgm:cxn modelId="{C9F2DD99-4EFB-4F32-BB2D-E1223F88B9C4}" type="presParOf" srcId="{42760FB4-3B87-4839-AFE3-C43231355C97}" destId="{3362A0C9-6050-469A-BF4F-E36329936EEB}" srcOrd="5" destOrd="0" presId="urn:microsoft.com/office/officeart/2005/8/layout/hierarchy3"/>
    <dgm:cxn modelId="{1BAB8C17-A82A-4E88-8B24-F96B5FDCB777}" type="presParOf" srcId="{6CD1CCC8-0DA8-48CC-BFF7-322ADFB57BB6}" destId="{538AF652-FC81-4399-AC19-FF456EFB82C1}" srcOrd="1" destOrd="0" presId="urn:microsoft.com/office/officeart/2005/8/layout/hierarchy3"/>
    <dgm:cxn modelId="{5F994EE0-B84E-4EBC-B042-3B275FB9890C}" type="presParOf" srcId="{538AF652-FC81-4399-AC19-FF456EFB82C1}" destId="{ABF1AFFC-F616-49A8-8D17-F51B55E58BEB}" srcOrd="0" destOrd="0" presId="urn:microsoft.com/office/officeart/2005/8/layout/hierarchy3"/>
    <dgm:cxn modelId="{032B29CC-B64A-4602-A69B-43E333A8C465}" type="presParOf" srcId="{ABF1AFFC-F616-49A8-8D17-F51B55E58BEB}" destId="{88DFF134-8120-41FD-ABAE-C168A94D5BCE}" srcOrd="0" destOrd="0" presId="urn:microsoft.com/office/officeart/2005/8/layout/hierarchy3"/>
    <dgm:cxn modelId="{C6B1F983-DFB1-4746-A7DF-0C039F74E0ED}" type="presParOf" srcId="{ABF1AFFC-F616-49A8-8D17-F51B55E58BEB}" destId="{7DF14F76-9AC5-4266-BDB7-DF79C2505796}" srcOrd="1" destOrd="0" presId="urn:microsoft.com/office/officeart/2005/8/layout/hierarchy3"/>
    <dgm:cxn modelId="{FF1F6E7C-6CDA-4011-A8C4-3A5A3BEEA40E}" type="presParOf" srcId="{538AF652-FC81-4399-AC19-FF456EFB82C1}" destId="{E64B3498-254C-482C-A854-D467F1D86C28}" srcOrd="1" destOrd="0" presId="urn:microsoft.com/office/officeart/2005/8/layout/hierarchy3"/>
    <dgm:cxn modelId="{A67BBA2E-5513-44A5-990B-0B20554E6CE9}" type="presParOf" srcId="{E64B3498-254C-482C-A854-D467F1D86C28}" destId="{37A3418E-9D9F-4A9C-BFCC-6BB6EF2565F3}" srcOrd="0" destOrd="0" presId="urn:microsoft.com/office/officeart/2005/8/layout/hierarchy3"/>
    <dgm:cxn modelId="{64E64FC4-2E63-432A-AB45-9F9D8C53478C}" type="presParOf" srcId="{E64B3498-254C-482C-A854-D467F1D86C28}" destId="{7C92B80C-DF43-45DF-A09A-C22530937D89}" srcOrd="1" destOrd="0" presId="urn:microsoft.com/office/officeart/2005/8/layout/hierarchy3"/>
    <dgm:cxn modelId="{0538CC8E-7860-4026-B657-D109A94238AC}" type="presParOf" srcId="{E64B3498-254C-482C-A854-D467F1D86C28}" destId="{4F2BADB2-4135-479F-985E-04E0F7D887E2}" srcOrd="2" destOrd="0" presId="urn:microsoft.com/office/officeart/2005/8/layout/hierarchy3"/>
    <dgm:cxn modelId="{9B85473C-8A3D-4DFC-8D95-2640A31EEF9E}" type="presParOf" srcId="{E64B3498-254C-482C-A854-D467F1D86C28}" destId="{D555001A-9790-41C4-833D-17CB4E0AAE30}" srcOrd="3" destOrd="0" presId="urn:microsoft.com/office/officeart/2005/8/layout/hierarchy3"/>
    <dgm:cxn modelId="{A1CFE491-C749-4A28-8050-D6BD60A97C67}" type="presParOf" srcId="{E64B3498-254C-482C-A854-D467F1D86C28}" destId="{BEC93D58-6D14-41FB-BD71-9E6BF7D78FB9}" srcOrd="4" destOrd="0" presId="urn:microsoft.com/office/officeart/2005/8/layout/hierarchy3"/>
    <dgm:cxn modelId="{A6652CE6-C537-4668-8C78-F6E77508628A}" type="presParOf" srcId="{E64B3498-254C-482C-A854-D467F1D86C28}" destId="{9049C750-CB98-4129-BA2B-91FEECB4620A}" srcOrd="5" destOrd="0" presId="urn:microsoft.com/office/officeart/2005/8/layout/hierarchy3"/>
    <dgm:cxn modelId="{C62BA59E-15C3-407C-8250-12E4BA87EA51}" type="presParOf" srcId="{6CD1CCC8-0DA8-48CC-BFF7-322ADFB57BB6}" destId="{A7F1FD00-0A53-4869-A85F-438D2E1A19A2}" srcOrd="2" destOrd="0" presId="urn:microsoft.com/office/officeart/2005/8/layout/hierarchy3"/>
    <dgm:cxn modelId="{D7F42B95-5C0E-4BB7-B1D6-C5B8E705CC91}" type="presParOf" srcId="{A7F1FD00-0A53-4869-A85F-438D2E1A19A2}" destId="{F201F6B7-E8F3-47F9-B946-0867AF8D894D}" srcOrd="0" destOrd="0" presId="urn:microsoft.com/office/officeart/2005/8/layout/hierarchy3"/>
    <dgm:cxn modelId="{69230078-4668-4F09-8723-EFC5A53C2B0C}" type="presParOf" srcId="{F201F6B7-E8F3-47F9-B946-0867AF8D894D}" destId="{4E647F82-9CFD-4104-A961-2DE427444D91}" srcOrd="0" destOrd="0" presId="urn:microsoft.com/office/officeart/2005/8/layout/hierarchy3"/>
    <dgm:cxn modelId="{AE922D62-351D-44CD-9D6E-1E1A16DC3F7B}" type="presParOf" srcId="{F201F6B7-E8F3-47F9-B946-0867AF8D894D}" destId="{9B322131-FB41-4499-A71C-383B99B48640}" srcOrd="1" destOrd="0" presId="urn:microsoft.com/office/officeart/2005/8/layout/hierarchy3"/>
    <dgm:cxn modelId="{EFE74042-151D-497D-9F42-B8ACA1DAD44D}" type="presParOf" srcId="{A7F1FD00-0A53-4869-A85F-438D2E1A19A2}" destId="{4050B448-93D6-4D64-A956-A85AAE304BF8}" srcOrd="1" destOrd="0" presId="urn:microsoft.com/office/officeart/2005/8/layout/hierarchy3"/>
    <dgm:cxn modelId="{5B09F58A-FB8A-4B64-9070-BA50ACD4C0A3}" type="presParOf" srcId="{4050B448-93D6-4D64-A956-A85AAE304BF8}" destId="{2A471A87-F517-49D9-8BF3-9A9399EDB641}" srcOrd="0" destOrd="0" presId="urn:microsoft.com/office/officeart/2005/8/layout/hierarchy3"/>
    <dgm:cxn modelId="{4B1E75D0-93FE-41B0-B18A-E0F3EB67CE18}" type="presParOf" srcId="{4050B448-93D6-4D64-A956-A85AAE304BF8}" destId="{F35BA679-1925-45AA-814E-A3F115C57C3B}" srcOrd="1" destOrd="0" presId="urn:microsoft.com/office/officeart/2005/8/layout/hierarchy3"/>
    <dgm:cxn modelId="{D63B0EA2-1337-4AF4-9EC8-9D488AFC8E4C}" type="presParOf" srcId="{4050B448-93D6-4D64-A956-A85AAE304BF8}" destId="{4EBCDD9E-CE6E-4C6F-B83A-F0166E7F6A39}" srcOrd="2" destOrd="0" presId="urn:microsoft.com/office/officeart/2005/8/layout/hierarchy3"/>
    <dgm:cxn modelId="{BE1167A4-5543-4F39-9B21-1A80046D5115}" type="presParOf" srcId="{4050B448-93D6-4D64-A956-A85AAE304BF8}" destId="{316CEF16-4224-4863-A0A3-F2713F9DA88D}" srcOrd="3" destOrd="0" presId="urn:microsoft.com/office/officeart/2005/8/layout/hierarchy3"/>
    <dgm:cxn modelId="{C46505D6-36CA-4C3D-98C0-E7DBA5CB0DAE}" type="presParOf" srcId="{4050B448-93D6-4D64-A956-A85AAE304BF8}" destId="{03A86891-62A6-4719-A880-1688DB051499}" srcOrd="4" destOrd="0" presId="urn:microsoft.com/office/officeart/2005/8/layout/hierarchy3"/>
    <dgm:cxn modelId="{8972CE54-DF83-4BD0-8FD9-B75765D0850C}" type="presParOf" srcId="{4050B448-93D6-4D64-A956-A85AAE304BF8}" destId="{BA5103F0-C1AA-4080-85E0-E3D6371BFC72}" srcOrd="5" destOrd="0" presId="urn:microsoft.com/office/officeart/2005/8/layout/hierarchy3"/>
    <dgm:cxn modelId="{6D86E43B-657A-45AC-9F39-15914B6C5913}" type="presParOf" srcId="{6CD1CCC8-0DA8-48CC-BFF7-322ADFB57BB6}" destId="{D27A79EA-2BEA-4C5B-BCD9-D6594AAD220C}" srcOrd="3" destOrd="0" presId="urn:microsoft.com/office/officeart/2005/8/layout/hierarchy3"/>
    <dgm:cxn modelId="{A49EED73-10BE-4B6C-BD7A-174D7745AD4C}" type="presParOf" srcId="{D27A79EA-2BEA-4C5B-BCD9-D6594AAD220C}" destId="{C1FCE07E-A0ED-4744-8A44-429BA8395D7C}" srcOrd="0" destOrd="0" presId="urn:microsoft.com/office/officeart/2005/8/layout/hierarchy3"/>
    <dgm:cxn modelId="{E7B570A4-5F52-456F-89F2-054FE4D78F33}" type="presParOf" srcId="{C1FCE07E-A0ED-4744-8A44-429BA8395D7C}" destId="{3F37ADC6-D471-4409-BDA7-5A2CD3490B69}" srcOrd="0" destOrd="0" presId="urn:microsoft.com/office/officeart/2005/8/layout/hierarchy3"/>
    <dgm:cxn modelId="{587B9018-3EEF-4518-AD1B-8FEA67F8C203}" type="presParOf" srcId="{C1FCE07E-A0ED-4744-8A44-429BA8395D7C}" destId="{240BAADC-1C15-4FAD-B591-F6DC4486DF19}" srcOrd="1" destOrd="0" presId="urn:microsoft.com/office/officeart/2005/8/layout/hierarchy3"/>
    <dgm:cxn modelId="{0E4A1326-ED83-49D8-9620-B12E808AC0D4}" type="presParOf" srcId="{D27A79EA-2BEA-4C5B-BCD9-D6594AAD220C}" destId="{815E6A42-4471-43BF-BBAE-A41244BFB90C}" srcOrd="1" destOrd="0" presId="urn:microsoft.com/office/officeart/2005/8/layout/hierarchy3"/>
    <dgm:cxn modelId="{ED17E6A8-725B-479D-AA15-1389D36A5A20}" type="presParOf" srcId="{815E6A42-4471-43BF-BBAE-A41244BFB90C}" destId="{1999F744-C173-421D-B778-4EE57FFE2088}" srcOrd="0" destOrd="0" presId="urn:microsoft.com/office/officeart/2005/8/layout/hierarchy3"/>
    <dgm:cxn modelId="{0F1A31F6-AF64-4425-9A1B-E0076CFE75E2}" type="presParOf" srcId="{815E6A42-4471-43BF-BBAE-A41244BFB90C}" destId="{A58D21E9-481D-4451-AD63-F102AB8B626B}" srcOrd="1" destOrd="0" presId="urn:microsoft.com/office/officeart/2005/8/layout/hierarchy3"/>
    <dgm:cxn modelId="{87A3BDBD-EECD-47BE-9B59-AA9BF38D9B5C}" type="presParOf" srcId="{815E6A42-4471-43BF-BBAE-A41244BFB90C}" destId="{346E979C-57E2-4B5E-891D-2449FE265D8E}" srcOrd="2" destOrd="0" presId="urn:microsoft.com/office/officeart/2005/8/layout/hierarchy3"/>
    <dgm:cxn modelId="{0C935CC2-B99B-4F48-8D2B-8231B0792484}" type="presParOf" srcId="{815E6A42-4471-43BF-BBAE-A41244BFB90C}" destId="{99FD2B6F-4758-4203-BC44-2199D1ED8A81}" srcOrd="3" destOrd="0" presId="urn:microsoft.com/office/officeart/2005/8/layout/hierarchy3"/>
    <dgm:cxn modelId="{E95DD10C-B0FD-4183-8DE1-BABE86CA59DA}" type="presParOf" srcId="{815E6A42-4471-43BF-BBAE-A41244BFB90C}" destId="{D38DE613-671F-4D1F-BA9E-DDA7188444D6}" srcOrd="4" destOrd="0" presId="urn:microsoft.com/office/officeart/2005/8/layout/hierarchy3"/>
    <dgm:cxn modelId="{C2D00BDB-26B8-4F8B-AD87-AFDBB0A89844}" type="presParOf" srcId="{815E6A42-4471-43BF-BBAE-A41244BFB90C}" destId="{2224B5EC-B8DA-404D-8067-3D23D2A52D12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3593A-1CCC-42E4-B769-7009D46394A6}">
      <dsp:nvSpPr>
        <dsp:cNvPr id="0" name=""/>
        <dsp:cNvSpPr/>
      </dsp:nvSpPr>
      <dsp:spPr>
        <a:xfrm rot="5400000">
          <a:off x="3909144" y="816096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75C1D-7AE8-42A0-AD83-594B54904301}">
      <dsp:nvSpPr>
        <dsp:cNvPr id="0" name=""/>
        <dsp:cNvSpPr/>
      </dsp:nvSpPr>
      <dsp:spPr>
        <a:xfrm>
          <a:off x="3723031" y="37387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Internet Attackers</a:t>
          </a:r>
        </a:p>
      </dsp:txBody>
      <dsp:txXfrm>
        <a:off x="3763446" y="77802"/>
        <a:ext cx="1101726" cy="746921"/>
      </dsp:txXfrm>
    </dsp:sp>
    <dsp:sp modelId="{2BABF4E2-CC2D-4E70-ABB7-A5098947A16F}">
      <dsp:nvSpPr>
        <dsp:cNvPr id="0" name=""/>
        <dsp:cNvSpPr/>
      </dsp:nvSpPr>
      <dsp:spPr>
        <a:xfrm>
          <a:off x="4905587" y="116332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DC000-B9EA-4EDF-9392-70D31C80F337}">
      <dsp:nvSpPr>
        <dsp:cNvPr id="0" name=""/>
        <dsp:cNvSpPr/>
      </dsp:nvSpPr>
      <dsp:spPr>
        <a:xfrm rot="5400000">
          <a:off x="4889609" y="1745933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83DB2-AC38-48C9-8176-C92030EAB29A}">
      <dsp:nvSpPr>
        <dsp:cNvPr id="0" name=""/>
        <dsp:cNvSpPr/>
      </dsp:nvSpPr>
      <dsp:spPr>
        <a:xfrm>
          <a:off x="4703496" y="967225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Cowrie SSH Honeypot</a:t>
          </a:r>
        </a:p>
      </dsp:txBody>
      <dsp:txXfrm>
        <a:off x="4743911" y="1007640"/>
        <a:ext cx="1101726" cy="746921"/>
      </dsp:txXfrm>
    </dsp:sp>
    <dsp:sp modelId="{CDF7B49C-BCAD-4198-9279-BDCFB4264F3C}">
      <dsp:nvSpPr>
        <dsp:cNvPr id="0" name=""/>
        <dsp:cNvSpPr/>
      </dsp:nvSpPr>
      <dsp:spPr>
        <a:xfrm>
          <a:off x="5886052" y="1046170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59952C-FFE4-4C9F-A55F-DC8B262D7B84}">
      <dsp:nvSpPr>
        <dsp:cNvPr id="0" name=""/>
        <dsp:cNvSpPr/>
      </dsp:nvSpPr>
      <dsp:spPr>
        <a:xfrm rot="5400000">
          <a:off x="5870074" y="2675771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C6530-EC0D-4EBA-AFFB-52C16519EDB2}">
      <dsp:nvSpPr>
        <dsp:cNvPr id="0" name=""/>
        <dsp:cNvSpPr/>
      </dsp:nvSpPr>
      <dsp:spPr>
        <a:xfrm>
          <a:off x="5683960" y="1897062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 Collection</a:t>
          </a:r>
        </a:p>
      </dsp:txBody>
      <dsp:txXfrm>
        <a:off x="5724375" y="1937477"/>
        <a:ext cx="1101726" cy="746921"/>
      </dsp:txXfrm>
    </dsp:sp>
    <dsp:sp modelId="{C4B3D3F2-34A2-4118-A2BF-256D49DD590F}">
      <dsp:nvSpPr>
        <dsp:cNvPr id="0" name=""/>
        <dsp:cNvSpPr/>
      </dsp:nvSpPr>
      <dsp:spPr>
        <a:xfrm>
          <a:off x="6866517" y="1976007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8C256-7E27-47D6-B8C3-4309D3502AAE}">
      <dsp:nvSpPr>
        <dsp:cNvPr id="0" name=""/>
        <dsp:cNvSpPr/>
      </dsp:nvSpPr>
      <dsp:spPr>
        <a:xfrm rot="5400000">
          <a:off x="6850539" y="3605609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530E2-F084-4CC6-BDC9-736E31C4ABCF}">
      <dsp:nvSpPr>
        <dsp:cNvPr id="0" name=""/>
        <dsp:cNvSpPr/>
      </dsp:nvSpPr>
      <dsp:spPr>
        <a:xfrm>
          <a:off x="6664425" y="2826900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Python Analysis Backend</a:t>
          </a:r>
        </a:p>
      </dsp:txBody>
      <dsp:txXfrm>
        <a:off x="6704840" y="2867315"/>
        <a:ext cx="1101726" cy="746921"/>
      </dsp:txXfrm>
    </dsp:sp>
    <dsp:sp modelId="{7930A223-FA46-4399-926C-A171AEFD73F3}">
      <dsp:nvSpPr>
        <dsp:cNvPr id="0" name=""/>
        <dsp:cNvSpPr/>
      </dsp:nvSpPr>
      <dsp:spPr>
        <a:xfrm>
          <a:off x="7846982" y="2905845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93773-61AB-4701-9814-6F2F7861C447}">
      <dsp:nvSpPr>
        <dsp:cNvPr id="0" name=""/>
        <dsp:cNvSpPr/>
      </dsp:nvSpPr>
      <dsp:spPr>
        <a:xfrm rot="5400000">
          <a:off x="7831004" y="4535446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949DE-0A4B-419E-8C50-D6B91D2AE9D3}">
      <dsp:nvSpPr>
        <dsp:cNvPr id="0" name=""/>
        <dsp:cNvSpPr/>
      </dsp:nvSpPr>
      <dsp:spPr>
        <a:xfrm>
          <a:off x="7644890" y="3756737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PostgreSQL Database</a:t>
          </a:r>
        </a:p>
      </dsp:txBody>
      <dsp:txXfrm>
        <a:off x="7685305" y="3797152"/>
        <a:ext cx="1101726" cy="746921"/>
      </dsp:txXfrm>
    </dsp:sp>
    <dsp:sp modelId="{6E96FCCD-5CA7-4005-AB79-FB40CF62EAF3}">
      <dsp:nvSpPr>
        <dsp:cNvPr id="0" name=""/>
        <dsp:cNvSpPr/>
      </dsp:nvSpPr>
      <dsp:spPr>
        <a:xfrm>
          <a:off x="8827446" y="3835682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0F2513-56C8-4C1E-8479-0B70F06EF3FB}">
      <dsp:nvSpPr>
        <dsp:cNvPr id="0" name=""/>
        <dsp:cNvSpPr/>
      </dsp:nvSpPr>
      <dsp:spPr>
        <a:xfrm>
          <a:off x="8625355" y="4686575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Flask Dashboard</a:t>
          </a:r>
        </a:p>
      </dsp:txBody>
      <dsp:txXfrm>
        <a:off x="8665770" y="4726990"/>
        <a:ext cx="1101726" cy="746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F8E60-F41A-4669-8AD6-99B6A9D54102}">
      <dsp:nvSpPr>
        <dsp:cNvPr id="0" name=""/>
        <dsp:cNvSpPr/>
      </dsp:nvSpPr>
      <dsp:spPr>
        <a:xfrm rot="5400000">
          <a:off x="5306625" y="-2270350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interaction SSH honeypot</a:t>
          </a:r>
        </a:p>
      </dsp:txBody>
      <dsp:txXfrm rot="-5400000">
        <a:off x="2962656" y="101884"/>
        <a:ext cx="5238679" cy="522475"/>
      </dsp:txXfrm>
    </dsp:sp>
    <dsp:sp modelId="{3CC51C78-53E1-4DE7-9E60-81691BD6E056}">
      <dsp:nvSpPr>
        <dsp:cNvPr id="0" name=""/>
        <dsp:cNvSpPr/>
      </dsp:nvSpPr>
      <dsp:spPr>
        <a:xfrm>
          <a:off x="0" y="1243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Cowrie: Medium</a:t>
          </a:r>
        </a:p>
      </dsp:txBody>
      <dsp:txXfrm>
        <a:off x="35331" y="36574"/>
        <a:ext cx="2891994" cy="653094"/>
      </dsp:txXfrm>
    </dsp:sp>
    <dsp:sp modelId="{1A1E8372-DFF3-465C-80D2-1009A71C30FC}">
      <dsp:nvSpPr>
        <dsp:cNvPr id="0" name=""/>
        <dsp:cNvSpPr/>
      </dsp:nvSpPr>
      <dsp:spPr>
        <a:xfrm rot="5400000">
          <a:off x="5306625" y="-1510406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Log parsing and analysis</a:t>
          </a:r>
        </a:p>
      </dsp:txBody>
      <dsp:txXfrm rot="-5400000">
        <a:off x="2962656" y="861828"/>
        <a:ext cx="5238679" cy="522475"/>
      </dsp:txXfrm>
    </dsp:sp>
    <dsp:sp modelId="{8DCAFBF4-E261-412B-B4C2-E8A6BE81B112}">
      <dsp:nvSpPr>
        <dsp:cNvPr id="0" name=""/>
        <dsp:cNvSpPr/>
      </dsp:nvSpPr>
      <dsp:spPr>
        <a:xfrm>
          <a:off x="0" y="761187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Python</a:t>
          </a:r>
        </a:p>
      </dsp:txBody>
      <dsp:txXfrm>
        <a:off x="35331" y="796518"/>
        <a:ext cx="2891994" cy="653094"/>
      </dsp:txXfrm>
    </dsp:sp>
    <dsp:sp modelId="{52DF7727-51DF-46BE-8D82-63D0B9CD6DF4}">
      <dsp:nvSpPr>
        <dsp:cNvPr id="0" name=""/>
        <dsp:cNvSpPr/>
      </dsp:nvSpPr>
      <dsp:spPr>
        <a:xfrm rot="5400000">
          <a:off x="5306625" y="-750462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Attack data storage</a:t>
          </a:r>
        </a:p>
      </dsp:txBody>
      <dsp:txXfrm rot="-5400000">
        <a:off x="2962656" y="1621772"/>
        <a:ext cx="5238679" cy="522475"/>
      </dsp:txXfrm>
    </dsp:sp>
    <dsp:sp modelId="{642EFAB0-714C-4ACD-AA8A-06B2FA1A2360}">
      <dsp:nvSpPr>
        <dsp:cNvPr id="0" name=""/>
        <dsp:cNvSpPr/>
      </dsp:nvSpPr>
      <dsp:spPr>
        <a:xfrm>
          <a:off x="0" y="1521131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PostgreSQL</a:t>
          </a:r>
        </a:p>
      </dsp:txBody>
      <dsp:txXfrm>
        <a:off x="35331" y="1556462"/>
        <a:ext cx="2891994" cy="653094"/>
      </dsp:txXfrm>
    </dsp:sp>
    <dsp:sp modelId="{C9BFBEF6-7098-45C8-8501-61F8C541E0B5}">
      <dsp:nvSpPr>
        <dsp:cNvPr id="0" name=""/>
        <dsp:cNvSpPr/>
      </dsp:nvSpPr>
      <dsp:spPr>
        <a:xfrm rot="5400000">
          <a:off x="5306625" y="9481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Web framework</a:t>
          </a:r>
        </a:p>
      </dsp:txBody>
      <dsp:txXfrm rot="-5400000">
        <a:off x="2962656" y="2381716"/>
        <a:ext cx="5238679" cy="522475"/>
      </dsp:txXfrm>
    </dsp:sp>
    <dsp:sp modelId="{B053D7B4-AC37-433F-AFB1-E8C26326EA37}">
      <dsp:nvSpPr>
        <dsp:cNvPr id="0" name=""/>
        <dsp:cNvSpPr/>
      </dsp:nvSpPr>
      <dsp:spPr>
        <a:xfrm>
          <a:off x="0" y="2281075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Flask</a:t>
          </a:r>
        </a:p>
      </dsp:txBody>
      <dsp:txXfrm>
        <a:off x="35331" y="2316406"/>
        <a:ext cx="2891994" cy="653094"/>
      </dsp:txXfrm>
    </dsp:sp>
    <dsp:sp modelId="{783765F4-4541-4AF7-A5E4-745413ED5309}">
      <dsp:nvSpPr>
        <dsp:cNvPr id="0" name=""/>
        <dsp:cNvSpPr/>
      </dsp:nvSpPr>
      <dsp:spPr>
        <a:xfrm rot="5400000">
          <a:off x="5306625" y="769425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Visualizations</a:t>
          </a:r>
        </a:p>
      </dsp:txBody>
      <dsp:txXfrm rot="-5400000">
        <a:off x="2962656" y="3141660"/>
        <a:ext cx="5238679" cy="522475"/>
      </dsp:txXfrm>
    </dsp:sp>
    <dsp:sp modelId="{B979E638-59F1-4372-AF6B-1F6FEB028837}">
      <dsp:nvSpPr>
        <dsp:cNvPr id="0" name=""/>
        <dsp:cNvSpPr/>
      </dsp:nvSpPr>
      <dsp:spPr>
        <a:xfrm>
          <a:off x="0" y="3041019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Chart.js &amp; Leaflet</a:t>
          </a:r>
        </a:p>
      </dsp:txBody>
      <dsp:txXfrm>
        <a:off x="35331" y="3076350"/>
        <a:ext cx="2891994" cy="653094"/>
      </dsp:txXfrm>
    </dsp:sp>
    <dsp:sp modelId="{5F027074-811B-4941-BF56-894A5903C41F}">
      <dsp:nvSpPr>
        <dsp:cNvPr id="0" name=""/>
        <dsp:cNvSpPr/>
      </dsp:nvSpPr>
      <dsp:spPr>
        <a:xfrm rot="5400000">
          <a:off x="5306625" y="1529369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Deployment platform</a:t>
          </a:r>
        </a:p>
      </dsp:txBody>
      <dsp:txXfrm rot="-5400000">
        <a:off x="2962656" y="3901604"/>
        <a:ext cx="5238679" cy="522475"/>
      </dsp:txXfrm>
    </dsp:sp>
    <dsp:sp modelId="{A7A53EF4-D7D2-496F-A4F1-2F91D6125B0B}">
      <dsp:nvSpPr>
        <dsp:cNvPr id="0" name=""/>
        <dsp:cNvSpPr/>
      </dsp:nvSpPr>
      <dsp:spPr>
        <a:xfrm>
          <a:off x="0" y="3800963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Ubuntu VPS</a:t>
          </a:r>
        </a:p>
      </dsp:txBody>
      <dsp:txXfrm>
        <a:off x="35331" y="3836294"/>
        <a:ext cx="2891994" cy="653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41DBF-7B74-4217-BA4B-28E0B487114F}">
      <dsp:nvSpPr>
        <dsp:cNvPr id="0" name=""/>
        <dsp:cNvSpPr/>
      </dsp:nvSpPr>
      <dsp:spPr>
        <a:xfrm>
          <a:off x="1642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Attackers are relentless</a:t>
          </a:r>
        </a:p>
      </dsp:txBody>
      <dsp:txXfrm>
        <a:off x="29286" y="235293"/>
        <a:ext cx="1832405" cy="888558"/>
      </dsp:txXfrm>
    </dsp:sp>
    <dsp:sp modelId="{AB7EE398-8912-494D-99C6-948057A7C7D7}">
      <dsp:nvSpPr>
        <dsp:cNvPr id="0" name=""/>
        <dsp:cNvSpPr/>
      </dsp:nvSpPr>
      <dsp:spPr>
        <a:xfrm>
          <a:off x="190411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A64E9-E7EE-452A-A00C-8A9A5CC531B3}">
      <dsp:nvSpPr>
        <dsp:cNvPr id="0" name=""/>
        <dsp:cNvSpPr/>
      </dsp:nvSpPr>
      <dsp:spPr>
        <a:xfrm>
          <a:off x="379181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Attacks start within hours of deployment</a:t>
          </a:r>
        </a:p>
      </dsp:txBody>
      <dsp:txXfrm>
        <a:off x="406825" y="1415101"/>
        <a:ext cx="1454866" cy="888558"/>
      </dsp:txXfrm>
    </dsp:sp>
    <dsp:sp modelId="{2C6E74E6-30B9-4469-AD53-B034DE1D3743}">
      <dsp:nvSpPr>
        <dsp:cNvPr id="0" name=""/>
        <dsp:cNvSpPr/>
      </dsp:nvSpPr>
      <dsp:spPr>
        <a:xfrm>
          <a:off x="190411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D74DA-10BD-41FB-807F-1E1400EC0F9D}">
      <dsp:nvSpPr>
        <dsp:cNvPr id="0" name=""/>
        <dsp:cNvSpPr/>
      </dsp:nvSpPr>
      <dsp:spPr>
        <a:xfrm>
          <a:off x="379181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24/7 automated scanning is constant</a:t>
          </a:r>
        </a:p>
      </dsp:txBody>
      <dsp:txXfrm>
        <a:off x="406825" y="2594910"/>
        <a:ext cx="1454866" cy="888558"/>
      </dsp:txXfrm>
    </dsp:sp>
    <dsp:sp modelId="{7057FC8E-26A8-4F55-AA9C-773C89328CD0}">
      <dsp:nvSpPr>
        <dsp:cNvPr id="0" name=""/>
        <dsp:cNvSpPr/>
      </dsp:nvSpPr>
      <dsp:spPr>
        <a:xfrm>
          <a:off x="190411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2A0C9-6050-469A-BF4F-E36329936EEB}">
      <dsp:nvSpPr>
        <dsp:cNvPr id="0" name=""/>
        <dsp:cNvSpPr/>
      </dsp:nvSpPr>
      <dsp:spPr>
        <a:xfrm>
          <a:off x="379181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No system goes unnoticed on </a:t>
          </a:r>
          <a:r>
            <a:rPr lang="en-US" sz="1500" kern="1200"/>
            <a:t>the internet</a:t>
          </a:r>
          <a:endParaRPr lang="en-US" sz="1500" kern="1200" dirty="0"/>
        </a:p>
      </dsp:txBody>
      <dsp:txXfrm>
        <a:off x="406825" y="3774718"/>
        <a:ext cx="1454866" cy="888558"/>
      </dsp:txXfrm>
    </dsp:sp>
    <dsp:sp modelId="{88DFF134-8120-41FD-ABAE-C168A94D5BCE}">
      <dsp:nvSpPr>
        <dsp:cNvPr id="0" name=""/>
        <dsp:cNvSpPr/>
      </dsp:nvSpPr>
      <dsp:spPr>
        <a:xfrm>
          <a:off x="2361259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Common credentials are dangerous</a:t>
          </a:r>
        </a:p>
      </dsp:txBody>
      <dsp:txXfrm>
        <a:off x="2388903" y="235293"/>
        <a:ext cx="1832405" cy="888558"/>
      </dsp:txXfrm>
    </dsp:sp>
    <dsp:sp modelId="{37A3418E-9D9F-4A9C-BFCC-6BB6EF2565F3}">
      <dsp:nvSpPr>
        <dsp:cNvPr id="0" name=""/>
        <dsp:cNvSpPr/>
      </dsp:nvSpPr>
      <dsp:spPr>
        <a:xfrm>
          <a:off x="2550028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92B80C-DF43-45DF-A09A-C22530937D89}">
      <dsp:nvSpPr>
        <dsp:cNvPr id="0" name=""/>
        <dsp:cNvSpPr/>
      </dsp:nvSpPr>
      <dsp:spPr>
        <a:xfrm>
          <a:off x="2738798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Default passwords are </a:t>
          </a:r>
          <a:r>
            <a:rPr lang="en-US" sz="1500" kern="1200"/>
            <a:t>tried first</a:t>
          </a:r>
          <a:endParaRPr lang="en-US" sz="1500" kern="1200" dirty="0"/>
        </a:p>
      </dsp:txBody>
      <dsp:txXfrm>
        <a:off x="2766442" y="1415101"/>
        <a:ext cx="1454866" cy="888558"/>
      </dsp:txXfrm>
    </dsp:sp>
    <dsp:sp modelId="{4F2BADB2-4135-479F-985E-04E0F7D887E2}">
      <dsp:nvSpPr>
        <dsp:cNvPr id="0" name=""/>
        <dsp:cNvSpPr/>
      </dsp:nvSpPr>
      <dsp:spPr>
        <a:xfrm>
          <a:off x="2550028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55001A-9790-41C4-833D-17CB4E0AAE30}">
      <dsp:nvSpPr>
        <dsp:cNvPr id="0" name=""/>
        <dsp:cNvSpPr/>
      </dsp:nvSpPr>
      <dsp:spPr>
        <a:xfrm>
          <a:off x="2738798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Password reuse is heavily exploited</a:t>
          </a:r>
        </a:p>
      </dsp:txBody>
      <dsp:txXfrm>
        <a:off x="2766442" y="2594910"/>
        <a:ext cx="1454866" cy="888558"/>
      </dsp:txXfrm>
    </dsp:sp>
    <dsp:sp modelId="{BEC93D58-6D14-41FB-BD71-9E6BF7D78FB9}">
      <dsp:nvSpPr>
        <dsp:cNvPr id="0" name=""/>
        <dsp:cNvSpPr/>
      </dsp:nvSpPr>
      <dsp:spPr>
        <a:xfrm>
          <a:off x="2550028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9C750-CB98-4129-BA2B-91FEECB4620A}">
      <dsp:nvSpPr>
        <dsp:cNvPr id="0" name=""/>
        <dsp:cNvSpPr/>
      </dsp:nvSpPr>
      <dsp:spPr>
        <a:xfrm>
          <a:off x="2738798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Strong, unique passwords are critical</a:t>
          </a:r>
        </a:p>
      </dsp:txBody>
      <dsp:txXfrm>
        <a:off x="2766442" y="3774718"/>
        <a:ext cx="1454866" cy="888558"/>
      </dsp:txXfrm>
    </dsp:sp>
    <dsp:sp modelId="{4E647F82-9CFD-4104-A961-2DE427444D91}">
      <dsp:nvSpPr>
        <dsp:cNvPr id="0" name=""/>
        <dsp:cNvSpPr/>
      </dsp:nvSpPr>
      <dsp:spPr>
        <a:xfrm>
          <a:off x="4720876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Layered defense is essential</a:t>
          </a:r>
        </a:p>
      </dsp:txBody>
      <dsp:txXfrm>
        <a:off x="4748520" y="235293"/>
        <a:ext cx="1832405" cy="888558"/>
      </dsp:txXfrm>
    </dsp:sp>
    <dsp:sp modelId="{2A471A87-F517-49D9-8BF3-9A9399EDB641}">
      <dsp:nvSpPr>
        <dsp:cNvPr id="0" name=""/>
        <dsp:cNvSpPr/>
      </dsp:nvSpPr>
      <dsp:spPr>
        <a:xfrm>
          <a:off x="4909645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BA679-1925-45AA-814E-A3F115C57C3B}">
      <dsp:nvSpPr>
        <dsp:cNvPr id="0" name=""/>
        <dsp:cNvSpPr/>
      </dsp:nvSpPr>
      <dsp:spPr>
        <a:xfrm>
          <a:off x="5098414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Single security measure is insufficient</a:t>
          </a:r>
        </a:p>
      </dsp:txBody>
      <dsp:txXfrm>
        <a:off x="5126058" y="1415101"/>
        <a:ext cx="1454866" cy="888558"/>
      </dsp:txXfrm>
    </dsp:sp>
    <dsp:sp modelId="{4EBCDD9E-CE6E-4C6F-B83A-F0166E7F6A39}">
      <dsp:nvSpPr>
        <dsp:cNvPr id="0" name=""/>
        <dsp:cNvSpPr/>
      </dsp:nvSpPr>
      <dsp:spPr>
        <a:xfrm>
          <a:off x="4909645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CEF16-4224-4863-A0A3-F2713F9DA88D}">
      <dsp:nvSpPr>
        <dsp:cNvPr id="0" name=""/>
        <dsp:cNvSpPr/>
      </dsp:nvSpPr>
      <dsp:spPr>
        <a:xfrm>
          <a:off x="5098414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Monitoring and detection are crucial</a:t>
          </a:r>
        </a:p>
      </dsp:txBody>
      <dsp:txXfrm>
        <a:off x="5126058" y="2594910"/>
        <a:ext cx="1454866" cy="888558"/>
      </dsp:txXfrm>
    </dsp:sp>
    <dsp:sp modelId="{03A86891-62A6-4719-A880-1688DB051499}">
      <dsp:nvSpPr>
        <dsp:cNvPr id="0" name=""/>
        <dsp:cNvSpPr/>
      </dsp:nvSpPr>
      <dsp:spPr>
        <a:xfrm>
          <a:off x="4909645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103F0-C1AA-4080-85E0-E3D6371BFC72}">
      <dsp:nvSpPr>
        <dsp:cNvPr id="0" name=""/>
        <dsp:cNvSpPr/>
      </dsp:nvSpPr>
      <dsp:spPr>
        <a:xfrm>
          <a:off x="5098414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Isolation prevents lateral movement</a:t>
          </a:r>
        </a:p>
      </dsp:txBody>
      <dsp:txXfrm>
        <a:off x="5126058" y="3774718"/>
        <a:ext cx="1454866" cy="888558"/>
      </dsp:txXfrm>
    </dsp:sp>
    <dsp:sp modelId="{3F37ADC6-D471-4409-BDA7-5A2CD3490B69}">
      <dsp:nvSpPr>
        <dsp:cNvPr id="0" name=""/>
        <dsp:cNvSpPr/>
      </dsp:nvSpPr>
      <dsp:spPr>
        <a:xfrm>
          <a:off x="7080493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Threat intelligence is valuable</a:t>
          </a:r>
        </a:p>
      </dsp:txBody>
      <dsp:txXfrm>
        <a:off x="7108137" y="235293"/>
        <a:ext cx="1832405" cy="888558"/>
      </dsp:txXfrm>
    </dsp:sp>
    <dsp:sp modelId="{1999F744-C173-421D-B778-4EE57FFE2088}">
      <dsp:nvSpPr>
        <dsp:cNvPr id="0" name=""/>
        <dsp:cNvSpPr/>
      </dsp:nvSpPr>
      <dsp:spPr>
        <a:xfrm>
          <a:off x="7269262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D21E9-481D-4451-AD63-F102AB8B626B}">
      <dsp:nvSpPr>
        <dsp:cNvPr id="0" name=""/>
        <dsp:cNvSpPr/>
      </dsp:nvSpPr>
      <dsp:spPr>
        <a:xfrm>
          <a:off x="7458031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Real attacker IPs and techniques</a:t>
          </a:r>
        </a:p>
      </dsp:txBody>
      <dsp:txXfrm>
        <a:off x="7485675" y="1415101"/>
        <a:ext cx="1454866" cy="888558"/>
      </dsp:txXfrm>
    </dsp:sp>
    <dsp:sp modelId="{346E979C-57E2-4B5E-891D-2449FE265D8E}">
      <dsp:nvSpPr>
        <dsp:cNvPr id="0" name=""/>
        <dsp:cNvSpPr/>
      </dsp:nvSpPr>
      <dsp:spPr>
        <a:xfrm>
          <a:off x="7269262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FD2B6F-4758-4203-BC44-2199D1ED8A81}">
      <dsp:nvSpPr>
        <dsp:cNvPr id="0" name=""/>
        <dsp:cNvSpPr/>
      </dsp:nvSpPr>
      <dsp:spPr>
        <a:xfrm>
          <a:off x="7458031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Malware samples for analysis</a:t>
          </a:r>
        </a:p>
      </dsp:txBody>
      <dsp:txXfrm>
        <a:off x="7485675" y="2594910"/>
        <a:ext cx="1454866" cy="888558"/>
      </dsp:txXfrm>
    </dsp:sp>
    <dsp:sp modelId="{D38DE613-671F-4D1F-BA9E-DDA7188444D6}">
      <dsp:nvSpPr>
        <dsp:cNvPr id="0" name=""/>
        <dsp:cNvSpPr/>
      </dsp:nvSpPr>
      <dsp:spPr>
        <a:xfrm>
          <a:off x="7269262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24B5EC-B8DA-404D-8067-3D23D2A52D12}">
      <dsp:nvSpPr>
        <dsp:cNvPr id="0" name=""/>
        <dsp:cNvSpPr/>
      </dsp:nvSpPr>
      <dsp:spPr>
        <a:xfrm>
          <a:off x="7458031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Understanding TTPs (Tactics, Techniques, Procedures)</a:t>
          </a:r>
        </a:p>
      </dsp:txBody>
      <dsp:txXfrm>
        <a:off x="7485675" y="3774718"/>
        <a:ext cx="1454866" cy="888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Honeypot Cybersecurity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Honeypot?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honeypot is a decoy system designed to attract attackers by mimicking vulnerable or valuable systems.</a:t>
            </a:r>
          </a:p>
          <a:p>
            <a:r>
              <a:rPr lang="en-US" dirty="0"/>
              <a:t>Acts as a controlled trap, not a production system.</a:t>
            </a:r>
          </a:p>
          <a:p>
            <a:r>
              <a:rPr lang="en-US" dirty="0"/>
              <a:t>Allows safe observation of malicious activity</a:t>
            </a:r>
          </a:p>
          <a:p>
            <a:r>
              <a:rPr lang="en-US" dirty="0"/>
              <a:t>Used to study attack behavior and tools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Honeypots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dirty="0"/>
              <a:t>Threat intelligence gathering</a:t>
            </a:r>
            <a:endParaRPr lang="en-US" dirty="0"/>
          </a:p>
          <a:p>
            <a:pPr lvl="1"/>
            <a:r>
              <a:rPr lang="en-US" dirty="0"/>
              <a:t>Observe real-world attacks</a:t>
            </a:r>
          </a:p>
          <a:p>
            <a:pPr lvl="1"/>
            <a:r>
              <a:rPr lang="en-US" dirty="0"/>
              <a:t>Collect malware samples</a:t>
            </a:r>
          </a:p>
          <a:p>
            <a:r>
              <a:rPr lang="en-US" dirty="0"/>
              <a:t>Early Warning</a:t>
            </a:r>
          </a:p>
          <a:p>
            <a:pPr lvl="1"/>
            <a:r>
              <a:rPr lang="en-US" dirty="0"/>
              <a:t>Identify new threats early</a:t>
            </a:r>
          </a:p>
          <a:p>
            <a:r>
              <a:rPr lang="en-US" dirty="0"/>
              <a:t>Distraction and Deflection</a:t>
            </a:r>
          </a:p>
          <a:p>
            <a:pPr lvl="1"/>
            <a:r>
              <a:rPr lang="en-US" dirty="0"/>
              <a:t>Waste attacker time and resources on fake systems</a:t>
            </a:r>
          </a:p>
          <a:p>
            <a:pPr lvl="1"/>
            <a:r>
              <a:rPr lang="en-US" dirty="0"/>
              <a:t>Provide false information to mislead adversaries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C980-EC4E-12E2-0F13-1E08AB4E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Architecture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29C093-B358-82DB-BC70-7A646DB14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265606"/>
              </p:ext>
            </p:extLst>
          </p:nvPr>
        </p:nvGraphicFramePr>
        <p:xfrm>
          <a:off x="-3635829" y="1262743"/>
          <a:ext cx="13530943" cy="555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FC5119-70D6-9987-8E63-4B42F040F821}"/>
              </a:ext>
            </a:extLst>
          </p:cNvPr>
          <p:cNvSpPr txBox="1"/>
          <p:nvPr/>
        </p:nvSpPr>
        <p:spPr>
          <a:xfrm>
            <a:off x="2198915" y="2364410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Simulates vulnerable Linux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61C12-1207-A53E-FEE1-68A1636187CC}"/>
              </a:ext>
            </a:extLst>
          </p:cNvPr>
          <p:cNvSpPr txBox="1"/>
          <p:nvPr/>
        </p:nvSpPr>
        <p:spPr>
          <a:xfrm>
            <a:off x="3167743" y="3299621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JSON logs with attack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9644E-0DDC-398D-3831-8A3D87011804}"/>
              </a:ext>
            </a:extLst>
          </p:cNvPr>
          <p:cNvSpPr txBox="1"/>
          <p:nvPr/>
        </p:nvSpPr>
        <p:spPr>
          <a:xfrm>
            <a:off x="5116286" y="5003089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Structured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C50E4-C1B1-CAF6-89F7-F9BCB2C654A2}"/>
              </a:ext>
            </a:extLst>
          </p:cNvPr>
          <p:cNvSpPr txBox="1"/>
          <p:nvPr/>
        </p:nvSpPr>
        <p:spPr>
          <a:xfrm>
            <a:off x="6128657" y="5864757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Real-time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F677D-0998-0007-FB20-F85247398DD0}"/>
              </a:ext>
            </a:extLst>
          </p:cNvPr>
          <p:cNvSpPr txBox="1"/>
          <p:nvPr/>
        </p:nvSpPr>
        <p:spPr>
          <a:xfrm>
            <a:off x="4191000" y="4050166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Parses, analyzes, geolocates</a:t>
            </a:r>
          </a:p>
        </p:txBody>
      </p:sp>
    </p:spTree>
    <p:extLst>
      <p:ext uri="{BB962C8B-B14F-4D97-AF65-F5344CB8AC3E}">
        <p14:creationId xmlns:p14="http://schemas.microsoft.com/office/powerpoint/2010/main" val="1176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D668-C5D3-57BB-937F-CAF3FC99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824907-A215-E2CB-3B19-7201B0CDB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5327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747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A639-54A7-8D00-9058-9C1E5774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0901A-9318-2EB5-A404-C076D7E4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9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4F9D-B359-FC9C-A727-B7501DFE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EFD2-EDDA-9185-C932-640296878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 Statistics</a:t>
            </a:r>
          </a:p>
          <a:p>
            <a:pPr lvl="1"/>
            <a:r>
              <a:rPr lang="en-US" dirty="0"/>
              <a:t>In 2 weeks, captured X attacks from Y countries</a:t>
            </a:r>
          </a:p>
          <a:p>
            <a:pPr lvl="1"/>
            <a:r>
              <a:rPr lang="en-US" dirty="0"/>
              <a:t>Most attacks from: [top 3 countries]</a:t>
            </a:r>
          </a:p>
          <a:p>
            <a:pPr lvl="2"/>
            <a:r>
              <a:rPr lang="en-US" dirty="0"/>
              <a:t>1</a:t>
            </a:r>
          </a:p>
          <a:p>
            <a:pPr lvl="2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1"/>
            <a:r>
              <a:rPr lang="en-US" dirty="0"/>
              <a:t>Average of X attacks per day</a:t>
            </a:r>
          </a:p>
        </p:txBody>
      </p:sp>
    </p:spTree>
    <p:extLst>
      <p:ext uri="{BB962C8B-B14F-4D97-AF65-F5344CB8AC3E}">
        <p14:creationId xmlns:p14="http://schemas.microsoft.com/office/powerpoint/2010/main" val="266053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B28-C8A5-A4AF-54E0-3659D67C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3998-DF67-E2F2-744C-7B8087AA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2B98-CE7F-8A6B-BD60-2632642CE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Attacker Behavior</a:t>
            </a:r>
          </a:p>
          <a:p>
            <a:pPr lvl="1"/>
            <a:r>
              <a:rPr lang="en-US" dirty="0"/>
              <a:t>Automated bots vs human attackers</a:t>
            </a:r>
          </a:p>
          <a:p>
            <a:pPr lvl="1"/>
            <a:r>
              <a:rPr lang="en-US" dirty="0"/>
              <a:t>Common attack patterns identified</a:t>
            </a:r>
          </a:p>
          <a:p>
            <a:pPr lvl="2"/>
            <a:r>
              <a:rPr lang="en-US" dirty="0"/>
              <a:t>1</a:t>
            </a:r>
          </a:p>
          <a:p>
            <a:pPr lvl="2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1"/>
            <a:r>
              <a:rPr lang="en-US" dirty="0"/>
              <a:t>Time to first attack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130043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44D7-4138-2869-71DC-0E4BC8AD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21E2-439C-4A44-C89D-4F8B5EB9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5AD4-C9BE-197B-EF2E-FDD23BE7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Credentials Tried</a:t>
            </a:r>
          </a:p>
          <a:p>
            <a:pPr lvl="1"/>
            <a:r>
              <a:rPr lang="en-US" dirty="0"/>
              <a:t>root/root</a:t>
            </a:r>
          </a:p>
          <a:p>
            <a:pPr lvl="1"/>
            <a:r>
              <a:rPr lang="en-US" dirty="0"/>
              <a:t>admin/admin</a:t>
            </a:r>
          </a:p>
          <a:p>
            <a:pPr lvl="1"/>
            <a:r>
              <a:rPr lang="en-US" dirty="0"/>
              <a:t>root/password (Show your actual top 5)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1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2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3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4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682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A373-17C0-2717-7406-A7CD7DA3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9014-61EB-2D89-5945-FD353B40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D7E9-2893-7129-A9B3-8260719F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Malicious Activities Observed</a:t>
            </a:r>
          </a:p>
          <a:p>
            <a:pPr lvl="1"/>
            <a:r>
              <a:rPr lang="en-US" dirty="0"/>
              <a:t>Cryptocurrency mining attempts</a:t>
            </a:r>
          </a:p>
          <a:p>
            <a:pPr lvl="1"/>
            <a:r>
              <a:rPr lang="en-US" dirty="0"/>
              <a:t>DDoS botnet recruitment</a:t>
            </a:r>
          </a:p>
          <a:p>
            <a:pPr lvl="1"/>
            <a:r>
              <a:rPr lang="en-US" dirty="0"/>
              <a:t>Reconnaissance for other targets</a:t>
            </a:r>
          </a:p>
          <a:p>
            <a:pPr lvl="1"/>
            <a:r>
              <a:rPr lang="en-US" dirty="0"/>
              <a:t>Credential harvesting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208A-1C07-0A94-6D77-7A1C3AA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Insights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C1FD8B-4FD2-6414-989C-C3A935BDF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810052"/>
              </p:ext>
            </p:extLst>
          </p:nvPr>
        </p:nvGraphicFramePr>
        <p:xfrm>
          <a:off x="87085" y="1417638"/>
          <a:ext cx="8969829" cy="4898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056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E99C-D31C-4AF1-905A-07164B2D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BA0F-6EAD-C50F-4767-4EECC9F59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Practical application of cybersecurity concepts</a:t>
            </a:r>
          </a:p>
          <a:p>
            <a:r>
              <a:rPr lang="en-US" dirty="0"/>
              <a:t>Real-world data collection and analysis</a:t>
            </a:r>
          </a:p>
          <a:p>
            <a:r>
              <a:rPr lang="en-US" dirty="0"/>
              <a:t>Full-stack development experience</a:t>
            </a:r>
          </a:p>
          <a:p>
            <a:r>
              <a:rPr lang="en-US" dirty="0"/>
              <a:t>DevOps and infrastructure skills</a:t>
            </a:r>
          </a:p>
        </p:txBody>
      </p:sp>
    </p:spTree>
    <p:extLst>
      <p:ext uri="{BB962C8B-B14F-4D97-AF65-F5344CB8AC3E}">
        <p14:creationId xmlns:p14="http://schemas.microsoft.com/office/powerpoint/2010/main" val="273647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4E88-0715-990C-6D1D-C623903F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B945-68F0-5ED5-E3E0-46A190CEA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Machine learning for anomaly detection</a:t>
            </a:r>
          </a:p>
          <a:p>
            <a:r>
              <a:rPr lang="en-US" dirty="0"/>
              <a:t>Multiple honeypot types (HTTP, database)</a:t>
            </a:r>
          </a:p>
          <a:p>
            <a:r>
              <a:rPr lang="en-US" dirty="0"/>
              <a:t>Integration with threat intelligence feeds</a:t>
            </a:r>
          </a:p>
          <a:p>
            <a:r>
              <a:rPr lang="en-US" dirty="0"/>
              <a:t>Automated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418956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176E-DE44-C7E2-E8FF-1FFEF09F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D19F6-F79B-62A3-E78D-F04847D90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past this are idea slides</a:t>
            </a:r>
          </a:p>
        </p:txBody>
      </p:sp>
    </p:spTree>
    <p:extLst>
      <p:ext uri="{BB962C8B-B14F-4D97-AF65-F5344CB8AC3E}">
        <p14:creationId xmlns:p14="http://schemas.microsoft.com/office/powerpoint/2010/main" val="1023023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Technical Skills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security</a:t>
            </a:r>
          </a:p>
          <a:p>
            <a:pPr lvl="1"/>
            <a:r>
              <a:t>Log analysis</a:t>
            </a:r>
          </a:p>
          <a:p>
            <a:pPr lvl="1"/>
            <a:r>
              <a:t>Data visualization</a:t>
            </a:r>
          </a:p>
          <a:p>
            <a:pPr lvl="1"/>
            <a:r>
              <a:t>System hardening</a:t>
            </a:r>
          </a:p>
          <a:p>
            <a:pPr lvl="1"/>
            <a:r>
              <a:t>Cloud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 vectors</a:t>
            </a:r>
          </a:p>
          <a:p>
            <a:pPr lvl="1"/>
            <a:r>
              <a:t>Incident response</a:t>
            </a:r>
          </a:p>
          <a:p>
            <a:pPr lvl="1"/>
            <a:r>
              <a:t>Defense strategies</a:t>
            </a:r>
          </a:p>
          <a:p>
            <a:pPr lvl="1"/>
            <a:r>
              <a:t>Threat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analyst</a:t>
            </a:r>
          </a:p>
          <a:p>
            <a:pPr lvl="1"/>
            <a:r>
              <a:t>Threat intelligence</a:t>
            </a:r>
          </a:p>
          <a:p>
            <a:pPr lvl="1"/>
            <a:r>
              <a:t>Security engineer</a:t>
            </a:r>
          </a:p>
          <a:p>
            <a:pPr lvl="1"/>
            <a:r>
              <a:t>Pen tester</a:t>
            </a:r>
          </a:p>
          <a:p>
            <a:pPr lvl="1"/>
            <a:r>
              <a:t>DevSecOps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brute force attacks</a:t>
            </a:r>
          </a:p>
          <a:p>
            <a:pPr lvl="1"/>
            <a:r>
              <a:t>Monitor malicious activity</a:t>
            </a:r>
          </a:p>
          <a:p>
            <a:pPr lvl="1"/>
            <a:r>
              <a:t>Analyze attacker behavior</a:t>
            </a:r>
          </a:p>
          <a:p>
            <a:pPr lvl="1"/>
            <a:r>
              <a:t>Improve defenses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Employers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Hands-on security experience</a:t>
            </a:r>
          </a:p>
          <a:p>
            <a:pPr lvl="1"/>
            <a:r>
              <a:t>Full system design</a:t>
            </a:r>
          </a:p>
          <a:p>
            <a:pPr lvl="1"/>
            <a:r>
              <a:t>Threat analysis</a:t>
            </a:r>
          </a:p>
          <a:p>
            <a:pPr lvl="1"/>
            <a:r>
              <a:t>Professional documentation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detection</a:t>
            </a:r>
          </a:p>
          <a:p>
            <a:pPr lvl="1"/>
            <a:r>
              <a:t>SIEM integration</a:t>
            </a:r>
          </a:p>
          <a:p>
            <a:pPr lvl="1"/>
            <a:r>
              <a:t>Automated response</a:t>
            </a:r>
          </a:p>
          <a:p>
            <a:pPr lvl="1"/>
            <a:r>
              <a:t>Advanced malware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Bridges theory and practice</a:t>
            </a:r>
          </a:p>
          <a:p>
            <a:pPr lvl="1"/>
            <a:r>
              <a:t>Builds real cybersecurity skills</a:t>
            </a:r>
          </a:p>
          <a:p>
            <a:pPr lvl="1"/>
            <a:r>
              <a:t>Demonstrates proactive defense mindset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473</Words>
  <Application>Microsoft Office PowerPoint</Application>
  <PresentationFormat>On-screen Show (4:3)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Honeypot Cybersecurity Project</vt:lpstr>
      <vt:lpstr>What Is a Honeypot?</vt:lpstr>
      <vt:lpstr>Why Honeypots Matter</vt:lpstr>
      <vt:lpstr>Technical Architecture</vt:lpstr>
      <vt:lpstr>Technology Stack:</vt:lpstr>
      <vt:lpstr>Live Demo</vt:lpstr>
      <vt:lpstr>Key Findings</vt:lpstr>
      <vt:lpstr>Key Findings</vt:lpstr>
      <vt:lpstr>Key Findings</vt:lpstr>
      <vt:lpstr>Key Findings</vt:lpstr>
      <vt:lpstr>Security Insights</vt:lpstr>
      <vt:lpstr>Project Value:</vt:lpstr>
      <vt:lpstr>Future Enhancements:</vt:lpstr>
      <vt:lpstr>PowerPoint Presentation</vt:lpstr>
      <vt:lpstr>Technical Skills Learned</vt:lpstr>
      <vt:lpstr>Cybersecurity Concepts</vt:lpstr>
      <vt:lpstr>Career Relevance</vt:lpstr>
      <vt:lpstr>Real World Applications</vt:lpstr>
      <vt:lpstr>Why Employers Care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lupton</cp:lastModifiedBy>
  <cp:revision>2</cp:revision>
  <dcterms:created xsi:type="dcterms:W3CDTF">2013-01-27T09:14:16Z</dcterms:created>
  <dcterms:modified xsi:type="dcterms:W3CDTF">2026-02-21T22:17:12Z</dcterms:modified>
  <cp:category/>
</cp:coreProperties>
</file>
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ppt/diagrams/data4.xml" ContentType="application/vnd.openxmlformats-officedocument.drawingml.diagramData+xml"/>
  <Override PartName="/ppt/diagrams/layout4.xml" ContentType="application/vnd.openxmlformats-officedocument.drawingml.diagramLayout+xml"/>
  <Override PartName="/ppt/diagrams/quickStyle4.xml" ContentType="application/vnd.openxmlformats-officedocument.drawingml.diagramStyle+xml"/>
  <Override PartName="/ppt/diagrams/colors4.xml" ContentType="application/vnd.openxmlformats-officedocument.drawingml.diagramColors+xml"/>
  <Override PartName="/ppt/diagrams/drawing4.xml" ContentType="application/vnd.ms-office.drawingml.diagramDrawing+xml"/>
  <Override PartName="/ppt/diagrams/data5.xml" ContentType="application/vnd.openxmlformats-officedocument.drawingml.diagramData+xml"/>
  <Override PartName="/ppt/diagrams/layout5.xml" ContentType="application/vnd.openxmlformats-officedocument.drawingml.diagramLayout+xml"/>
  <Override PartName="/ppt/diagrams/quickStyle5.xml" ContentType="application/vnd.openxmlformats-officedocument.drawingml.diagramStyle+xml"/>
  <Override PartName="/ppt/diagrams/colors5.xml" ContentType="application/vnd.openxmlformats-officedocument.drawingml.diagramColors+xml"/>
  <Override PartName="/ppt/diagrams/drawing5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744" r:id="rId1"/>
  </p:sldMasterIdLst>
  <p:sldIdLst>
    <p:sldId id="256" r:id="rId2"/>
    <p:sldId id="257" r:id="rId3"/>
    <p:sldId id="258" r:id="rId4"/>
    <p:sldId id="266" r:id="rId5"/>
    <p:sldId id="267" r:id="rId6"/>
    <p:sldId id="269" r:id="rId7"/>
    <p:sldId id="278" r:id="rId8"/>
    <p:sldId id="271" r:id="rId9"/>
    <p:sldId id="272" r:id="rId10"/>
    <p:sldId id="273" r:id="rId11"/>
    <p:sldId id="274" r:id="rId12"/>
    <p:sldId id="275" r:id="rId13"/>
    <p:sldId id="277" r:id="rId14"/>
    <p:sldId id="276" r:id="rId15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39" d="100"/>
          <a:sy n="39" d="100"/>
        </p:scale>
        <p:origin x="1733" y="259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4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5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AC143CB9-5F83-42C9-A729-26DF7FAB0751}" type="doc">
      <dgm:prSet loTypeId="urn:microsoft.com/office/officeart/2005/8/layout/StepDownProcess" loCatId="process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5AB571F9-BBEC-469B-BEEE-CDC6F90DE653}">
      <dgm:prSet phldrT="[Text]"/>
      <dgm:spPr/>
      <dgm:t>
        <a:bodyPr/>
        <a:lstStyle/>
        <a:p>
          <a:r>
            <a:rPr lang="en-US" dirty="0"/>
            <a:t>Internet Attackers</a:t>
          </a:r>
        </a:p>
      </dgm:t>
    </dgm:pt>
    <dgm:pt modelId="{DF21BB27-BE7E-4C25-9426-660189528248}" type="parTrans" cxnId="{B543A321-364D-4C4E-87DF-B6B44F8FB701}">
      <dgm:prSet/>
      <dgm:spPr/>
      <dgm:t>
        <a:bodyPr/>
        <a:lstStyle/>
        <a:p>
          <a:endParaRPr lang="en-US"/>
        </a:p>
      </dgm:t>
    </dgm:pt>
    <dgm:pt modelId="{67C01624-C3AA-42C4-A73B-A0768686E421}" type="sibTrans" cxnId="{B543A321-364D-4C4E-87DF-B6B44F8FB701}">
      <dgm:prSet/>
      <dgm:spPr/>
      <dgm:t>
        <a:bodyPr/>
        <a:lstStyle/>
        <a:p>
          <a:endParaRPr lang="en-US"/>
        </a:p>
      </dgm:t>
    </dgm:pt>
    <dgm:pt modelId="{37BA9B8D-87BC-4B78-84F7-2CAFE73892AF}">
      <dgm:prSet phldrT="[Text]"/>
      <dgm:spPr/>
      <dgm:t>
        <a:bodyPr/>
        <a:lstStyle/>
        <a:p>
          <a:r>
            <a:rPr lang="en-US" dirty="0"/>
            <a:t>Cowrie SSH Honeypot</a:t>
          </a:r>
        </a:p>
      </dgm:t>
    </dgm:pt>
    <dgm:pt modelId="{817716E8-5D46-4314-942A-C00AB6317344}" type="parTrans" cxnId="{EC009B82-22D7-4C1C-A838-9DB7F9677A1C}">
      <dgm:prSet/>
      <dgm:spPr/>
      <dgm:t>
        <a:bodyPr/>
        <a:lstStyle/>
        <a:p>
          <a:endParaRPr lang="en-US"/>
        </a:p>
      </dgm:t>
    </dgm:pt>
    <dgm:pt modelId="{EEF5FC35-8CAE-4357-BAE2-26DEB2D87060}" type="sibTrans" cxnId="{EC009B82-22D7-4C1C-A838-9DB7F9677A1C}">
      <dgm:prSet/>
      <dgm:spPr/>
      <dgm:t>
        <a:bodyPr/>
        <a:lstStyle/>
        <a:p>
          <a:endParaRPr lang="en-US"/>
        </a:p>
      </dgm:t>
    </dgm:pt>
    <dgm:pt modelId="{5408B963-87EE-4E90-8089-DB24176E6F45}">
      <dgm:prSet phldrT="[Text]"/>
      <dgm:spPr/>
      <dgm:t>
        <a:bodyPr/>
        <a:lstStyle/>
        <a:p>
          <a:r>
            <a:rPr lang="en-US" dirty="0"/>
            <a:t>Log Collection</a:t>
          </a:r>
        </a:p>
      </dgm:t>
    </dgm:pt>
    <dgm:pt modelId="{BA978990-1970-4CD8-A75D-6358478A8D47}" type="parTrans" cxnId="{B454591A-277A-4946-AE66-76E6941B69DA}">
      <dgm:prSet/>
      <dgm:spPr/>
      <dgm:t>
        <a:bodyPr/>
        <a:lstStyle/>
        <a:p>
          <a:endParaRPr lang="en-US"/>
        </a:p>
      </dgm:t>
    </dgm:pt>
    <dgm:pt modelId="{8AE87E80-D41A-4886-82AB-3E2CDC60DDA2}" type="sibTrans" cxnId="{B454591A-277A-4946-AE66-76E6941B69DA}">
      <dgm:prSet/>
      <dgm:spPr/>
      <dgm:t>
        <a:bodyPr/>
        <a:lstStyle/>
        <a:p>
          <a:endParaRPr lang="en-US"/>
        </a:p>
      </dgm:t>
    </dgm:pt>
    <dgm:pt modelId="{22774A1E-6491-4734-B8F0-E720D6101BDA}">
      <dgm:prSet phldrT="[Text]" phldr="0"/>
      <dgm:spPr/>
      <dgm:t>
        <a:bodyPr/>
        <a:lstStyle/>
        <a:p>
          <a:r>
            <a:rPr lang="en-US" dirty="0"/>
            <a:t>Python Analysis Backend</a:t>
          </a:r>
        </a:p>
      </dgm:t>
    </dgm:pt>
    <dgm:pt modelId="{8A8E6A0C-40CC-437B-B1CA-8A50E3E6A241}" type="parTrans" cxnId="{59B88AF1-D6EB-4891-9BBA-A04EEBFE2516}">
      <dgm:prSet/>
      <dgm:spPr/>
      <dgm:t>
        <a:bodyPr/>
        <a:lstStyle/>
        <a:p>
          <a:endParaRPr lang="en-US"/>
        </a:p>
      </dgm:t>
    </dgm:pt>
    <dgm:pt modelId="{D1E32DCA-AAAE-4C24-B8A0-1D301DCEB16E}" type="sibTrans" cxnId="{59B88AF1-D6EB-4891-9BBA-A04EEBFE2516}">
      <dgm:prSet/>
      <dgm:spPr/>
      <dgm:t>
        <a:bodyPr/>
        <a:lstStyle/>
        <a:p>
          <a:endParaRPr lang="en-US"/>
        </a:p>
      </dgm:t>
    </dgm:pt>
    <dgm:pt modelId="{FA133502-93BD-433C-908A-9C707F789D12}">
      <dgm:prSet phldrT="[Text]" phldr="0"/>
      <dgm:spPr/>
      <dgm:t>
        <a:bodyPr/>
        <a:lstStyle/>
        <a:p>
          <a:r>
            <a:rPr lang="en-US" dirty="0"/>
            <a:t>PostgreSQL Database</a:t>
          </a:r>
        </a:p>
      </dgm:t>
    </dgm:pt>
    <dgm:pt modelId="{79884605-ED48-485C-ADDA-7A9CCAE2DDBC}" type="parTrans" cxnId="{585531F8-0341-4FE8-89E2-FA3CA751D780}">
      <dgm:prSet/>
      <dgm:spPr/>
      <dgm:t>
        <a:bodyPr/>
        <a:lstStyle/>
        <a:p>
          <a:endParaRPr lang="en-US"/>
        </a:p>
      </dgm:t>
    </dgm:pt>
    <dgm:pt modelId="{C6567727-CB09-46CA-87C1-2317F72B6F80}" type="sibTrans" cxnId="{585531F8-0341-4FE8-89E2-FA3CA751D780}">
      <dgm:prSet/>
      <dgm:spPr/>
      <dgm:t>
        <a:bodyPr/>
        <a:lstStyle/>
        <a:p>
          <a:endParaRPr lang="en-US"/>
        </a:p>
      </dgm:t>
    </dgm:pt>
    <dgm:pt modelId="{9AD0D337-F7EA-40AC-81C1-ACC9A8117561}">
      <dgm:prSet phldrT="[Text]" phldr="0"/>
      <dgm:spPr/>
      <dgm:t>
        <a:bodyPr/>
        <a:lstStyle/>
        <a:p>
          <a:r>
            <a:rPr lang="en-US" dirty="0"/>
            <a:t>Flask Dashboard</a:t>
          </a:r>
        </a:p>
      </dgm:t>
    </dgm:pt>
    <dgm:pt modelId="{9D91E1CE-4525-4F41-90C2-013B0CEDE8ED}" type="parTrans" cxnId="{8EBCFA9F-1129-4274-9974-671825D644B5}">
      <dgm:prSet/>
      <dgm:spPr/>
      <dgm:t>
        <a:bodyPr/>
        <a:lstStyle/>
        <a:p>
          <a:endParaRPr lang="en-US"/>
        </a:p>
      </dgm:t>
    </dgm:pt>
    <dgm:pt modelId="{5D06BEAA-5BCF-47B5-A0DE-567E7651F414}" type="sibTrans" cxnId="{8EBCFA9F-1129-4274-9974-671825D644B5}">
      <dgm:prSet/>
      <dgm:spPr/>
      <dgm:t>
        <a:bodyPr/>
        <a:lstStyle/>
        <a:p>
          <a:endParaRPr lang="en-US"/>
        </a:p>
      </dgm:t>
    </dgm:pt>
    <dgm:pt modelId="{C41F00FF-E42F-432C-8198-3968DF869E6B}" type="pres">
      <dgm:prSet presAssocID="{AC143CB9-5F83-42C9-A729-26DF7FAB0751}" presName="rootnode" presStyleCnt="0">
        <dgm:presLayoutVars>
          <dgm:chMax/>
          <dgm:chPref/>
          <dgm:dir/>
          <dgm:animLvl val="lvl"/>
        </dgm:presLayoutVars>
      </dgm:prSet>
      <dgm:spPr/>
    </dgm:pt>
    <dgm:pt modelId="{1979D3C0-C582-4E7B-9B09-88BD72BCC124}" type="pres">
      <dgm:prSet presAssocID="{5AB571F9-BBEC-469B-BEEE-CDC6F90DE653}" presName="composite" presStyleCnt="0"/>
      <dgm:spPr/>
    </dgm:pt>
    <dgm:pt modelId="{5C43593A-1CCC-42E4-B769-7009D46394A6}" type="pres">
      <dgm:prSet presAssocID="{5AB571F9-BBEC-469B-BEEE-CDC6F90DE653}" presName="bentUpArrow1" presStyleLbl="alignImgPlace1" presStyleIdx="0" presStyleCnt="5"/>
      <dgm:spPr/>
    </dgm:pt>
    <dgm:pt modelId="{A4775C1D-7AE8-42A0-AD83-594B54904301}" type="pres">
      <dgm:prSet presAssocID="{5AB571F9-BBEC-469B-BEEE-CDC6F90DE653}" presName="ParentText" presStyleLbl="node1" presStyleIdx="0" presStyleCnt="6">
        <dgm:presLayoutVars>
          <dgm:chMax val="1"/>
          <dgm:chPref val="1"/>
          <dgm:bulletEnabled val="1"/>
        </dgm:presLayoutVars>
      </dgm:prSet>
      <dgm:spPr/>
    </dgm:pt>
    <dgm:pt modelId="{2BABF4E2-CC2D-4E70-ABB7-A5098947A16F}" type="pres">
      <dgm:prSet presAssocID="{5AB571F9-BBEC-469B-BEEE-CDC6F90DE653}" presName="ChildText" presStyleLbl="revTx" presStyleIdx="0" presStyleCnt="5">
        <dgm:presLayoutVars>
          <dgm:chMax val="0"/>
          <dgm:chPref val="0"/>
          <dgm:bulletEnabled val="1"/>
        </dgm:presLayoutVars>
      </dgm:prSet>
      <dgm:spPr/>
    </dgm:pt>
    <dgm:pt modelId="{7D1B5475-0643-43C1-B043-9D61F92254E6}" type="pres">
      <dgm:prSet presAssocID="{67C01624-C3AA-42C4-A73B-A0768686E421}" presName="sibTrans" presStyleCnt="0"/>
      <dgm:spPr/>
    </dgm:pt>
    <dgm:pt modelId="{E42829C7-AC65-4622-B4F7-EA97F661FDA7}" type="pres">
      <dgm:prSet presAssocID="{37BA9B8D-87BC-4B78-84F7-2CAFE73892AF}" presName="composite" presStyleCnt="0"/>
      <dgm:spPr/>
    </dgm:pt>
    <dgm:pt modelId="{271DC000-B9EA-4EDF-9392-70D31C80F337}" type="pres">
      <dgm:prSet presAssocID="{37BA9B8D-87BC-4B78-84F7-2CAFE73892AF}" presName="bentUpArrow1" presStyleLbl="alignImgPlace1" presStyleIdx="1" presStyleCnt="5"/>
      <dgm:spPr/>
    </dgm:pt>
    <dgm:pt modelId="{A7083DB2-AC38-48C9-8176-C92030EAB29A}" type="pres">
      <dgm:prSet presAssocID="{37BA9B8D-87BC-4B78-84F7-2CAFE73892AF}" presName="ParentText" presStyleLbl="node1" presStyleIdx="1" presStyleCnt="6">
        <dgm:presLayoutVars>
          <dgm:chMax val="1"/>
          <dgm:chPref val="1"/>
          <dgm:bulletEnabled val="1"/>
        </dgm:presLayoutVars>
      </dgm:prSet>
      <dgm:spPr/>
    </dgm:pt>
    <dgm:pt modelId="{CDF7B49C-BCAD-4198-9279-BDCFB4264F3C}" type="pres">
      <dgm:prSet presAssocID="{37BA9B8D-87BC-4B78-84F7-2CAFE73892AF}" presName="ChildText" presStyleLbl="revTx" presStyleIdx="1" presStyleCnt="5">
        <dgm:presLayoutVars>
          <dgm:chMax val="0"/>
          <dgm:chPref val="0"/>
          <dgm:bulletEnabled val="1"/>
        </dgm:presLayoutVars>
      </dgm:prSet>
      <dgm:spPr/>
    </dgm:pt>
    <dgm:pt modelId="{900C26BC-211F-4A96-BE1B-312F884F887D}" type="pres">
      <dgm:prSet presAssocID="{EEF5FC35-8CAE-4357-BAE2-26DEB2D87060}" presName="sibTrans" presStyleCnt="0"/>
      <dgm:spPr/>
    </dgm:pt>
    <dgm:pt modelId="{E212B7F6-FF6F-4343-B86F-4E2DB5BA0A84}" type="pres">
      <dgm:prSet presAssocID="{5408B963-87EE-4E90-8089-DB24176E6F45}" presName="composite" presStyleCnt="0"/>
      <dgm:spPr/>
    </dgm:pt>
    <dgm:pt modelId="{6759952C-FFE4-4C9F-A55F-DC8B262D7B84}" type="pres">
      <dgm:prSet presAssocID="{5408B963-87EE-4E90-8089-DB24176E6F45}" presName="bentUpArrow1" presStyleLbl="alignImgPlace1" presStyleIdx="2" presStyleCnt="5"/>
      <dgm:spPr/>
    </dgm:pt>
    <dgm:pt modelId="{BCEC6530-EC0D-4EBA-AFFB-52C16519EDB2}" type="pres">
      <dgm:prSet presAssocID="{5408B963-87EE-4E90-8089-DB24176E6F45}" presName="ParentText" presStyleLbl="node1" presStyleIdx="2" presStyleCnt="6">
        <dgm:presLayoutVars>
          <dgm:chMax val="1"/>
          <dgm:chPref val="1"/>
          <dgm:bulletEnabled val="1"/>
        </dgm:presLayoutVars>
      </dgm:prSet>
      <dgm:spPr/>
    </dgm:pt>
    <dgm:pt modelId="{C4B3D3F2-34A2-4118-A2BF-256D49DD590F}" type="pres">
      <dgm:prSet presAssocID="{5408B963-87EE-4E90-8089-DB24176E6F45}" presName="ChildText" presStyleLbl="revTx" presStyleIdx="2" presStyleCnt="5">
        <dgm:presLayoutVars>
          <dgm:chMax val="0"/>
          <dgm:chPref val="0"/>
          <dgm:bulletEnabled val="1"/>
        </dgm:presLayoutVars>
      </dgm:prSet>
      <dgm:spPr/>
    </dgm:pt>
    <dgm:pt modelId="{A0ED8BC8-C538-46F2-9BB9-A62E07B0C2CF}" type="pres">
      <dgm:prSet presAssocID="{8AE87E80-D41A-4886-82AB-3E2CDC60DDA2}" presName="sibTrans" presStyleCnt="0"/>
      <dgm:spPr/>
    </dgm:pt>
    <dgm:pt modelId="{F26DCBC6-BA52-4DD1-BE1B-4ADFD0FFA8DA}" type="pres">
      <dgm:prSet presAssocID="{22774A1E-6491-4734-B8F0-E720D6101BDA}" presName="composite" presStyleCnt="0"/>
      <dgm:spPr/>
    </dgm:pt>
    <dgm:pt modelId="{A478C256-7E27-47D6-B8C3-4309D3502AAE}" type="pres">
      <dgm:prSet presAssocID="{22774A1E-6491-4734-B8F0-E720D6101BDA}" presName="bentUpArrow1" presStyleLbl="alignImgPlace1" presStyleIdx="3" presStyleCnt="5"/>
      <dgm:spPr/>
    </dgm:pt>
    <dgm:pt modelId="{878530E2-F084-4CC6-BDC9-736E31C4ABCF}" type="pres">
      <dgm:prSet presAssocID="{22774A1E-6491-4734-B8F0-E720D6101BDA}" presName="ParentText" presStyleLbl="node1" presStyleIdx="3" presStyleCnt="6">
        <dgm:presLayoutVars>
          <dgm:chMax val="1"/>
          <dgm:chPref val="1"/>
          <dgm:bulletEnabled val="1"/>
        </dgm:presLayoutVars>
      </dgm:prSet>
      <dgm:spPr/>
    </dgm:pt>
    <dgm:pt modelId="{7930A223-FA46-4399-926C-A171AEFD73F3}" type="pres">
      <dgm:prSet presAssocID="{22774A1E-6491-4734-B8F0-E720D6101BDA}" presName="ChildText" presStyleLbl="revTx" presStyleIdx="3" presStyleCnt="5">
        <dgm:presLayoutVars>
          <dgm:chMax val="0"/>
          <dgm:chPref val="0"/>
          <dgm:bulletEnabled val="1"/>
        </dgm:presLayoutVars>
      </dgm:prSet>
      <dgm:spPr/>
    </dgm:pt>
    <dgm:pt modelId="{4CC9AA30-77A7-4697-A851-289F98A4B3DA}" type="pres">
      <dgm:prSet presAssocID="{D1E32DCA-AAAE-4C24-B8A0-1D301DCEB16E}" presName="sibTrans" presStyleCnt="0"/>
      <dgm:spPr/>
    </dgm:pt>
    <dgm:pt modelId="{CEB236CE-E906-4121-AFE9-704328BF9654}" type="pres">
      <dgm:prSet presAssocID="{FA133502-93BD-433C-908A-9C707F789D12}" presName="composite" presStyleCnt="0"/>
      <dgm:spPr/>
    </dgm:pt>
    <dgm:pt modelId="{4F793773-61AB-4701-9814-6F2F7861C447}" type="pres">
      <dgm:prSet presAssocID="{FA133502-93BD-433C-908A-9C707F789D12}" presName="bentUpArrow1" presStyleLbl="alignImgPlace1" presStyleIdx="4" presStyleCnt="5"/>
      <dgm:spPr/>
    </dgm:pt>
    <dgm:pt modelId="{05E949DE-0A4B-419E-8C50-D6B91D2AE9D3}" type="pres">
      <dgm:prSet presAssocID="{FA133502-93BD-433C-908A-9C707F789D12}" presName="ParentText" presStyleLbl="node1" presStyleIdx="4" presStyleCnt="6">
        <dgm:presLayoutVars>
          <dgm:chMax val="1"/>
          <dgm:chPref val="1"/>
          <dgm:bulletEnabled val="1"/>
        </dgm:presLayoutVars>
      </dgm:prSet>
      <dgm:spPr/>
    </dgm:pt>
    <dgm:pt modelId="{6E96FCCD-5CA7-4005-AB79-FB40CF62EAF3}" type="pres">
      <dgm:prSet presAssocID="{FA133502-93BD-433C-908A-9C707F789D12}" presName="ChildText" presStyleLbl="revTx" presStyleIdx="4" presStyleCnt="5">
        <dgm:presLayoutVars>
          <dgm:chMax val="0"/>
          <dgm:chPref val="0"/>
          <dgm:bulletEnabled val="1"/>
        </dgm:presLayoutVars>
      </dgm:prSet>
      <dgm:spPr/>
    </dgm:pt>
    <dgm:pt modelId="{07546035-CB83-4001-8FE4-24EB6506BDE2}" type="pres">
      <dgm:prSet presAssocID="{C6567727-CB09-46CA-87C1-2317F72B6F80}" presName="sibTrans" presStyleCnt="0"/>
      <dgm:spPr/>
    </dgm:pt>
    <dgm:pt modelId="{8727E8C2-1BFD-438D-A19D-ED9700491790}" type="pres">
      <dgm:prSet presAssocID="{9AD0D337-F7EA-40AC-81C1-ACC9A8117561}" presName="composite" presStyleCnt="0"/>
      <dgm:spPr/>
    </dgm:pt>
    <dgm:pt modelId="{120F2513-56C8-4C1E-8479-0B70F06EF3FB}" type="pres">
      <dgm:prSet presAssocID="{9AD0D337-F7EA-40AC-81C1-ACC9A8117561}" presName="ParentText" presStyleLbl="node1" presStyleIdx="5" presStyleCnt="6">
        <dgm:presLayoutVars>
          <dgm:chMax val="1"/>
          <dgm:chPref val="1"/>
          <dgm:bulletEnabled val="1"/>
        </dgm:presLayoutVars>
      </dgm:prSet>
      <dgm:spPr/>
    </dgm:pt>
  </dgm:ptLst>
  <dgm:cxnLst>
    <dgm:cxn modelId="{B454591A-277A-4946-AE66-76E6941B69DA}" srcId="{AC143CB9-5F83-42C9-A729-26DF7FAB0751}" destId="{5408B963-87EE-4E90-8089-DB24176E6F45}" srcOrd="2" destOrd="0" parTransId="{BA978990-1970-4CD8-A75D-6358478A8D47}" sibTransId="{8AE87E80-D41A-4886-82AB-3E2CDC60DDA2}"/>
    <dgm:cxn modelId="{B543A321-364D-4C4E-87DF-B6B44F8FB701}" srcId="{AC143CB9-5F83-42C9-A729-26DF7FAB0751}" destId="{5AB571F9-BBEC-469B-BEEE-CDC6F90DE653}" srcOrd="0" destOrd="0" parTransId="{DF21BB27-BE7E-4C25-9426-660189528248}" sibTransId="{67C01624-C3AA-42C4-A73B-A0768686E421}"/>
    <dgm:cxn modelId="{12783C29-4F47-4DC7-8C45-CDDA6B2B2F1A}" type="presOf" srcId="{5AB571F9-BBEC-469B-BEEE-CDC6F90DE653}" destId="{A4775C1D-7AE8-42A0-AD83-594B54904301}" srcOrd="0" destOrd="0" presId="urn:microsoft.com/office/officeart/2005/8/layout/StepDownProcess"/>
    <dgm:cxn modelId="{F528A12A-5748-44E9-A4B5-BB7F6582D34C}" type="presOf" srcId="{AC143CB9-5F83-42C9-A729-26DF7FAB0751}" destId="{C41F00FF-E42F-432C-8198-3968DF869E6B}" srcOrd="0" destOrd="0" presId="urn:microsoft.com/office/officeart/2005/8/layout/StepDownProcess"/>
    <dgm:cxn modelId="{38D33363-1354-4DFC-9DA6-2AA3C288BD18}" type="presOf" srcId="{FA133502-93BD-433C-908A-9C707F789D12}" destId="{05E949DE-0A4B-419E-8C50-D6B91D2AE9D3}" srcOrd="0" destOrd="0" presId="urn:microsoft.com/office/officeart/2005/8/layout/StepDownProcess"/>
    <dgm:cxn modelId="{22B9FB71-0213-482F-9DB8-150303B74ADB}" type="presOf" srcId="{37BA9B8D-87BC-4B78-84F7-2CAFE73892AF}" destId="{A7083DB2-AC38-48C9-8176-C92030EAB29A}" srcOrd="0" destOrd="0" presId="urn:microsoft.com/office/officeart/2005/8/layout/StepDownProcess"/>
    <dgm:cxn modelId="{971EB678-908B-4DB9-BFBA-E75858E97D26}" type="presOf" srcId="{5408B963-87EE-4E90-8089-DB24176E6F45}" destId="{BCEC6530-EC0D-4EBA-AFFB-52C16519EDB2}" srcOrd="0" destOrd="0" presId="urn:microsoft.com/office/officeart/2005/8/layout/StepDownProcess"/>
    <dgm:cxn modelId="{EC009B82-22D7-4C1C-A838-9DB7F9677A1C}" srcId="{AC143CB9-5F83-42C9-A729-26DF7FAB0751}" destId="{37BA9B8D-87BC-4B78-84F7-2CAFE73892AF}" srcOrd="1" destOrd="0" parTransId="{817716E8-5D46-4314-942A-C00AB6317344}" sibTransId="{EEF5FC35-8CAE-4357-BAE2-26DEB2D87060}"/>
    <dgm:cxn modelId="{8EBCFA9F-1129-4274-9974-671825D644B5}" srcId="{AC143CB9-5F83-42C9-A729-26DF7FAB0751}" destId="{9AD0D337-F7EA-40AC-81C1-ACC9A8117561}" srcOrd="5" destOrd="0" parTransId="{9D91E1CE-4525-4F41-90C2-013B0CEDE8ED}" sibTransId="{5D06BEAA-5BCF-47B5-A0DE-567E7651F414}"/>
    <dgm:cxn modelId="{CAB895A0-3663-42CC-BB2B-3217EAEFA7F7}" type="presOf" srcId="{9AD0D337-F7EA-40AC-81C1-ACC9A8117561}" destId="{120F2513-56C8-4C1E-8479-0B70F06EF3FB}" srcOrd="0" destOrd="0" presId="urn:microsoft.com/office/officeart/2005/8/layout/StepDownProcess"/>
    <dgm:cxn modelId="{9A03BED6-A466-4F13-AB11-F174B1DDF861}" type="presOf" srcId="{22774A1E-6491-4734-B8F0-E720D6101BDA}" destId="{878530E2-F084-4CC6-BDC9-736E31C4ABCF}" srcOrd="0" destOrd="0" presId="urn:microsoft.com/office/officeart/2005/8/layout/StepDownProcess"/>
    <dgm:cxn modelId="{59B88AF1-D6EB-4891-9BBA-A04EEBFE2516}" srcId="{AC143CB9-5F83-42C9-A729-26DF7FAB0751}" destId="{22774A1E-6491-4734-B8F0-E720D6101BDA}" srcOrd="3" destOrd="0" parTransId="{8A8E6A0C-40CC-437B-B1CA-8A50E3E6A241}" sibTransId="{D1E32DCA-AAAE-4C24-B8A0-1D301DCEB16E}"/>
    <dgm:cxn modelId="{585531F8-0341-4FE8-89E2-FA3CA751D780}" srcId="{AC143CB9-5F83-42C9-A729-26DF7FAB0751}" destId="{FA133502-93BD-433C-908A-9C707F789D12}" srcOrd="4" destOrd="0" parTransId="{79884605-ED48-485C-ADDA-7A9CCAE2DDBC}" sibTransId="{C6567727-CB09-46CA-87C1-2317F72B6F80}"/>
    <dgm:cxn modelId="{47DB47EE-F64E-4F20-ACB1-6F3CDFBA1A64}" type="presParOf" srcId="{C41F00FF-E42F-432C-8198-3968DF869E6B}" destId="{1979D3C0-C582-4E7B-9B09-88BD72BCC124}" srcOrd="0" destOrd="0" presId="urn:microsoft.com/office/officeart/2005/8/layout/StepDownProcess"/>
    <dgm:cxn modelId="{8E3E8107-071B-40C1-8C0A-B5D1DF2B8651}" type="presParOf" srcId="{1979D3C0-C582-4E7B-9B09-88BD72BCC124}" destId="{5C43593A-1CCC-42E4-B769-7009D46394A6}" srcOrd="0" destOrd="0" presId="urn:microsoft.com/office/officeart/2005/8/layout/StepDownProcess"/>
    <dgm:cxn modelId="{70F3FF1E-CEA2-46A0-AFE1-33740C0F01FC}" type="presParOf" srcId="{1979D3C0-C582-4E7B-9B09-88BD72BCC124}" destId="{A4775C1D-7AE8-42A0-AD83-594B54904301}" srcOrd="1" destOrd="0" presId="urn:microsoft.com/office/officeart/2005/8/layout/StepDownProcess"/>
    <dgm:cxn modelId="{EB9FC403-607D-4961-B9DC-4BBDC7864450}" type="presParOf" srcId="{1979D3C0-C582-4E7B-9B09-88BD72BCC124}" destId="{2BABF4E2-CC2D-4E70-ABB7-A5098947A16F}" srcOrd="2" destOrd="0" presId="urn:microsoft.com/office/officeart/2005/8/layout/StepDownProcess"/>
    <dgm:cxn modelId="{01281E97-DA6B-4561-AC4E-2E0DBE950A01}" type="presParOf" srcId="{C41F00FF-E42F-432C-8198-3968DF869E6B}" destId="{7D1B5475-0643-43C1-B043-9D61F92254E6}" srcOrd="1" destOrd="0" presId="urn:microsoft.com/office/officeart/2005/8/layout/StepDownProcess"/>
    <dgm:cxn modelId="{9505F651-8493-485C-B0AE-4637073A58B6}" type="presParOf" srcId="{C41F00FF-E42F-432C-8198-3968DF869E6B}" destId="{E42829C7-AC65-4622-B4F7-EA97F661FDA7}" srcOrd="2" destOrd="0" presId="urn:microsoft.com/office/officeart/2005/8/layout/StepDownProcess"/>
    <dgm:cxn modelId="{8AAED9C3-7963-4FE2-9043-4CCD136BBAC2}" type="presParOf" srcId="{E42829C7-AC65-4622-B4F7-EA97F661FDA7}" destId="{271DC000-B9EA-4EDF-9392-70D31C80F337}" srcOrd="0" destOrd="0" presId="urn:microsoft.com/office/officeart/2005/8/layout/StepDownProcess"/>
    <dgm:cxn modelId="{D3829404-A018-464A-9D4D-576536E57F18}" type="presParOf" srcId="{E42829C7-AC65-4622-B4F7-EA97F661FDA7}" destId="{A7083DB2-AC38-48C9-8176-C92030EAB29A}" srcOrd="1" destOrd="0" presId="urn:microsoft.com/office/officeart/2005/8/layout/StepDownProcess"/>
    <dgm:cxn modelId="{4D18ADED-A6EF-4C15-93CC-00AC4B00D43E}" type="presParOf" srcId="{E42829C7-AC65-4622-B4F7-EA97F661FDA7}" destId="{CDF7B49C-BCAD-4198-9279-BDCFB4264F3C}" srcOrd="2" destOrd="0" presId="urn:microsoft.com/office/officeart/2005/8/layout/StepDownProcess"/>
    <dgm:cxn modelId="{CF574CA6-145A-4918-9E3E-1EFB6296ED4F}" type="presParOf" srcId="{C41F00FF-E42F-432C-8198-3968DF869E6B}" destId="{900C26BC-211F-4A96-BE1B-312F884F887D}" srcOrd="3" destOrd="0" presId="urn:microsoft.com/office/officeart/2005/8/layout/StepDownProcess"/>
    <dgm:cxn modelId="{0B7ED1B1-8D2F-4132-B7BC-2B8E5C3869F3}" type="presParOf" srcId="{C41F00FF-E42F-432C-8198-3968DF869E6B}" destId="{E212B7F6-FF6F-4343-B86F-4E2DB5BA0A84}" srcOrd="4" destOrd="0" presId="urn:microsoft.com/office/officeart/2005/8/layout/StepDownProcess"/>
    <dgm:cxn modelId="{15BA8C71-866A-4668-A9C1-E8C7F4D14861}" type="presParOf" srcId="{E212B7F6-FF6F-4343-B86F-4E2DB5BA0A84}" destId="{6759952C-FFE4-4C9F-A55F-DC8B262D7B84}" srcOrd="0" destOrd="0" presId="urn:microsoft.com/office/officeart/2005/8/layout/StepDownProcess"/>
    <dgm:cxn modelId="{B2B543C0-7AD6-426D-91F0-CD9F9A9FFA7C}" type="presParOf" srcId="{E212B7F6-FF6F-4343-B86F-4E2DB5BA0A84}" destId="{BCEC6530-EC0D-4EBA-AFFB-52C16519EDB2}" srcOrd="1" destOrd="0" presId="urn:microsoft.com/office/officeart/2005/8/layout/StepDownProcess"/>
    <dgm:cxn modelId="{D6CCD980-A751-4BCC-981C-5C593C86D38F}" type="presParOf" srcId="{E212B7F6-FF6F-4343-B86F-4E2DB5BA0A84}" destId="{C4B3D3F2-34A2-4118-A2BF-256D49DD590F}" srcOrd="2" destOrd="0" presId="urn:microsoft.com/office/officeart/2005/8/layout/StepDownProcess"/>
    <dgm:cxn modelId="{435498D4-A9C5-41CD-B7FF-C8F635437FDE}" type="presParOf" srcId="{C41F00FF-E42F-432C-8198-3968DF869E6B}" destId="{A0ED8BC8-C538-46F2-9BB9-A62E07B0C2CF}" srcOrd="5" destOrd="0" presId="urn:microsoft.com/office/officeart/2005/8/layout/StepDownProcess"/>
    <dgm:cxn modelId="{100575DF-AD96-4905-9F77-DB198BA2EDA3}" type="presParOf" srcId="{C41F00FF-E42F-432C-8198-3968DF869E6B}" destId="{F26DCBC6-BA52-4DD1-BE1B-4ADFD0FFA8DA}" srcOrd="6" destOrd="0" presId="urn:microsoft.com/office/officeart/2005/8/layout/StepDownProcess"/>
    <dgm:cxn modelId="{28842B39-38C1-463A-9451-BEF19227E81D}" type="presParOf" srcId="{F26DCBC6-BA52-4DD1-BE1B-4ADFD0FFA8DA}" destId="{A478C256-7E27-47D6-B8C3-4309D3502AAE}" srcOrd="0" destOrd="0" presId="urn:microsoft.com/office/officeart/2005/8/layout/StepDownProcess"/>
    <dgm:cxn modelId="{B411C5EF-A043-4F9D-B946-C899045CBA4B}" type="presParOf" srcId="{F26DCBC6-BA52-4DD1-BE1B-4ADFD0FFA8DA}" destId="{878530E2-F084-4CC6-BDC9-736E31C4ABCF}" srcOrd="1" destOrd="0" presId="urn:microsoft.com/office/officeart/2005/8/layout/StepDownProcess"/>
    <dgm:cxn modelId="{824C6A8D-BD19-42A6-8A31-E49440FD8A14}" type="presParOf" srcId="{F26DCBC6-BA52-4DD1-BE1B-4ADFD0FFA8DA}" destId="{7930A223-FA46-4399-926C-A171AEFD73F3}" srcOrd="2" destOrd="0" presId="urn:microsoft.com/office/officeart/2005/8/layout/StepDownProcess"/>
    <dgm:cxn modelId="{FA0B95A7-B491-47BE-8CC9-345B1391E047}" type="presParOf" srcId="{C41F00FF-E42F-432C-8198-3968DF869E6B}" destId="{4CC9AA30-77A7-4697-A851-289F98A4B3DA}" srcOrd="7" destOrd="0" presId="urn:microsoft.com/office/officeart/2005/8/layout/StepDownProcess"/>
    <dgm:cxn modelId="{ACEBC89A-F9D7-4788-9765-03FC1B5484FA}" type="presParOf" srcId="{C41F00FF-E42F-432C-8198-3968DF869E6B}" destId="{CEB236CE-E906-4121-AFE9-704328BF9654}" srcOrd="8" destOrd="0" presId="urn:microsoft.com/office/officeart/2005/8/layout/StepDownProcess"/>
    <dgm:cxn modelId="{BF95EC48-9BED-4FB8-9F2E-4FA833A018E2}" type="presParOf" srcId="{CEB236CE-E906-4121-AFE9-704328BF9654}" destId="{4F793773-61AB-4701-9814-6F2F7861C447}" srcOrd="0" destOrd="0" presId="urn:microsoft.com/office/officeart/2005/8/layout/StepDownProcess"/>
    <dgm:cxn modelId="{A5290E65-4A20-4E7A-8F2D-9AFA5033DA4D}" type="presParOf" srcId="{CEB236CE-E906-4121-AFE9-704328BF9654}" destId="{05E949DE-0A4B-419E-8C50-D6B91D2AE9D3}" srcOrd="1" destOrd="0" presId="urn:microsoft.com/office/officeart/2005/8/layout/StepDownProcess"/>
    <dgm:cxn modelId="{DB06D965-3911-4FBB-A58E-C4F2D63BC1AD}" type="presParOf" srcId="{CEB236CE-E906-4121-AFE9-704328BF9654}" destId="{6E96FCCD-5CA7-4005-AB79-FB40CF62EAF3}" srcOrd="2" destOrd="0" presId="urn:microsoft.com/office/officeart/2005/8/layout/StepDownProcess"/>
    <dgm:cxn modelId="{8F50F5F1-EE9E-45C2-BBF0-FDEF47144F47}" type="presParOf" srcId="{C41F00FF-E42F-432C-8198-3968DF869E6B}" destId="{07546035-CB83-4001-8FE4-24EB6506BDE2}" srcOrd="9" destOrd="0" presId="urn:microsoft.com/office/officeart/2005/8/layout/StepDownProcess"/>
    <dgm:cxn modelId="{FB0CED32-3623-4562-9CA0-10794B7633B9}" type="presParOf" srcId="{C41F00FF-E42F-432C-8198-3968DF869E6B}" destId="{8727E8C2-1BFD-438D-A19D-ED9700491790}" srcOrd="10" destOrd="0" presId="urn:microsoft.com/office/officeart/2005/8/layout/StepDownProcess"/>
    <dgm:cxn modelId="{4FA2AB3A-CA8C-484B-9648-EA82FA2378C9}" type="presParOf" srcId="{8727E8C2-1BFD-438D-A19D-ED9700491790}" destId="{120F2513-56C8-4C1E-8479-0B70F06EF3FB}" srcOrd="0" destOrd="0" presId="urn:microsoft.com/office/officeart/2005/8/layout/StepDownProcess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0A0E71E3-2B2F-4B1B-B794-16AD09045FC2}" type="doc">
      <dgm:prSet loTypeId="urn:microsoft.com/office/officeart/2005/8/layout/vList5" loCatId="list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2E83CF29-314C-4BC2-8D5B-35761766A487}">
      <dgm:prSet phldrT="[Text]"/>
      <dgm:spPr/>
      <dgm:t>
        <a:bodyPr/>
        <a:lstStyle/>
        <a:p>
          <a:r>
            <a:rPr lang="en-US" dirty="0"/>
            <a:t>Cowrie: Medium</a:t>
          </a:r>
        </a:p>
      </dgm:t>
    </dgm:pt>
    <dgm:pt modelId="{C0EFDDE2-9848-4C4D-A07C-04B191960FA5}" type="parTrans" cxnId="{93913136-4B15-4731-B262-1A82616A3A1E}">
      <dgm:prSet/>
      <dgm:spPr/>
      <dgm:t>
        <a:bodyPr/>
        <a:lstStyle/>
        <a:p>
          <a:endParaRPr lang="en-US"/>
        </a:p>
      </dgm:t>
    </dgm:pt>
    <dgm:pt modelId="{EBB0561A-427C-426A-B90C-71DF26C41258}" type="sibTrans" cxnId="{93913136-4B15-4731-B262-1A82616A3A1E}">
      <dgm:prSet/>
      <dgm:spPr/>
      <dgm:t>
        <a:bodyPr/>
        <a:lstStyle/>
        <a:p>
          <a:endParaRPr lang="en-US"/>
        </a:p>
      </dgm:t>
    </dgm:pt>
    <dgm:pt modelId="{E3686D2B-0E08-4B99-8CE0-86779A79131A}">
      <dgm:prSet phldrT="[Text]"/>
      <dgm:spPr/>
      <dgm:t>
        <a:bodyPr/>
        <a:lstStyle/>
        <a:p>
          <a:r>
            <a:rPr lang="en-US" dirty="0"/>
            <a:t>interaction SSH honeypot</a:t>
          </a:r>
        </a:p>
      </dgm:t>
    </dgm:pt>
    <dgm:pt modelId="{9D33D415-A3BE-4D11-BC76-040A6789AD85}" type="parTrans" cxnId="{29AD553E-34EC-4967-886D-469958DB7AAF}">
      <dgm:prSet/>
      <dgm:spPr/>
      <dgm:t>
        <a:bodyPr/>
        <a:lstStyle/>
        <a:p>
          <a:endParaRPr lang="en-US"/>
        </a:p>
      </dgm:t>
    </dgm:pt>
    <dgm:pt modelId="{23E39849-B327-4924-A6C2-C2229C0C0935}" type="sibTrans" cxnId="{29AD553E-34EC-4967-886D-469958DB7AAF}">
      <dgm:prSet/>
      <dgm:spPr/>
      <dgm:t>
        <a:bodyPr/>
        <a:lstStyle/>
        <a:p>
          <a:endParaRPr lang="en-US"/>
        </a:p>
      </dgm:t>
    </dgm:pt>
    <dgm:pt modelId="{11A4D28D-92C3-4520-AAD1-2385EC3364E3}">
      <dgm:prSet phldrT="[Text]"/>
      <dgm:spPr/>
      <dgm:t>
        <a:bodyPr/>
        <a:lstStyle/>
        <a:p>
          <a:r>
            <a:rPr lang="en-US" dirty="0"/>
            <a:t>Python</a:t>
          </a:r>
        </a:p>
      </dgm:t>
    </dgm:pt>
    <dgm:pt modelId="{FC9927EC-EE97-4CA1-B6B2-F7068DF309CF}" type="parTrans" cxnId="{95E70AAA-5B54-4332-B826-824BB8E0FF88}">
      <dgm:prSet/>
      <dgm:spPr/>
      <dgm:t>
        <a:bodyPr/>
        <a:lstStyle/>
        <a:p>
          <a:endParaRPr lang="en-US"/>
        </a:p>
      </dgm:t>
    </dgm:pt>
    <dgm:pt modelId="{3C0EA5FC-7FB1-4008-8FE4-E0E29B679F5F}" type="sibTrans" cxnId="{95E70AAA-5B54-4332-B826-824BB8E0FF88}">
      <dgm:prSet/>
      <dgm:spPr/>
      <dgm:t>
        <a:bodyPr/>
        <a:lstStyle/>
        <a:p>
          <a:endParaRPr lang="en-US"/>
        </a:p>
      </dgm:t>
    </dgm:pt>
    <dgm:pt modelId="{39F68040-D73A-4CD3-B70F-89E7110E6147}">
      <dgm:prSet phldrT="[Text]"/>
      <dgm:spPr/>
      <dgm:t>
        <a:bodyPr/>
        <a:lstStyle/>
        <a:p>
          <a:r>
            <a:rPr lang="en-US" dirty="0"/>
            <a:t>Log parsing and analysis</a:t>
          </a:r>
        </a:p>
      </dgm:t>
    </dgm:pt>
    <dgm:pt modelId="{EB3C0EF3-4CA9-4B25-BE47-32000AB4C0F6}" type="parTrans" cxnId="{D7CF17EF-7D16-4D9E-AFD8-8D3C7C377179}">
      <dgm:prSet/>
      <dgm:spPr/>
      <dgm:t>
        <a:bodyPr/>
        <a:lstStyle/>
        <a:p>
          <a:endParaRPr lang="en-US"/>
        </a:p>
      </dgm:t>
    </dgm:pt>
    <dgm:pt modelId="{F32EE9B6-38E8-4C10-BAC8-0FC7093BA8A9}" type="sibTrans" cxnId="{D7CF17EF-7D16-4D9E-AFD8-8D3C7C377179}">
      <dgm:prSet/>
      <dgm:spPr/>
      <dgm:t>
        <a:bodyPr/>
        <a:lstStyle/>
        <a:p>
          <a:endParaRPr lang="en-US"/>
        </a:p>
      </dgm:t>
    </dgm:pt>
    <dgm:pt modelId="{25EC51FE-947D-485E-81EA-E178E0F0889C}">
      <dgm:prSet phldrT="[Text]"/>
      <dgm:spPr/>
      <dgm:t>
        <a:bodyPr/>
        <a:lstStyle/>
        <a:p>
          <a:r>
            <a:rPr lang="en-US" dirty="0"/>
            <a:t>PostgreSQL</a:t>
          </a:r>
        </a:p>
      </dgm:t>
    </dgm:pt>
    <dgm:pt modelId="{88C6CADB-A806-4CC7-9DD5-DC1CC9125C96}" type="parTrans" cxnId="{561C20A7-F0DD-4D44-BBF6-173056573BE3}">
      <dgm:prSet/>
      <dgm:spPr/>
      <dgm:t>
        <a:bodyPr/>
        <a:lstStyle/>
        <a:p>
          <a:endParaRPr lang="en-US"/>
        </a:p>
      </dgm:t>
    </dgm:pt>
    <dgm:pt modelId="{C10E5CE6-4384-4449-8CB8-6968769B1E69}" type="sibTrans" cxnId="{561C20A7-F0DD-4D44-BBF6-173056573BE3}">
      <dgm:prSet/>
      <dgm:spPr/>
      <dgm:t>
        <a:bodyPr/>
        <a:lstStyle/>
        <a:p>
          <a:endParaRPr lang="en-US"/>
        </a:p>
      </dgm:t>
    </dgm:pt>
    <dgm:pt modelId="{28C90550-5261-4FD1-8F89-5F2302210F52}">
      <dgm:prSet phldrT="[Text]"/>
      <dgm:spPr/>
      <dgm:t>
        <a:bodyPr/>
        <a:lstStyle/>
        <a:p>
          <a:r>
            <a:rPr lang="en-US" dirty="0"/>
            <a:t>Attack data storage</a:t>
          </a:r>
        </a:p>
      </dgm:t>
    </dgm:pt>
    <dgm:pt modelId="{9263FBC6-9001-4E63-A4E1-52AF7EDC42CE}" type="parTrans" cxnId="{3393CBE0-3ABD-4364-AB75-6B27F3FF62E0}">
      <dgm:prSet/>
      <dgm:spPr/>
      <dgm:t>
        <a:bodyPr/>
        <a:lstStyle/>
        <a:p>
          <a:endParaRPr lang="en-US"/>
        </a:p>
      </dgm:t>
    </dgm:pt>
    <dgm:pt modelId="{E154AB3C-7747-474B-A076-1DCFA5F91C00}" type="sibTrans" cxnId="{3393CBE0-3ABD-4364-AB75-6B27F3FF62E0}">
      <dgm:prSet/>
      <dgm:spPr/>
      <dgm:t>
        <a:bodyPr/>
        <a:lstStyle/>
        <a:p>
          <a:endParaRPr lang="en-US"/>
        </a:p>
      </dgm:t>
    </dgm:pt>
    <dgm:pt modelId="{E6250415-FDCD-4E4A-98D5-25549A29A13F}">
      <dgm:prSet phldrT="[Text]" phldr="0"/>
      <dgm:spPr/>
      <dgm:t>
        <a:bodyPr/>
        <a:lstStyle/>
        <a:p>
          <a:r>
            <a:rPr lang="en-US" dirty="0"/>
            <a:t>Flask</a:t>
          </a:r>
        </a:p>
      </dgm:t>
    </dgm:pt>
    <dgm:pt modelId="{989A38C3-D88E-490D-9AF0-5F7684C36FAA}" type="parTrans" cxnId="{C30C0C38-453C-493F-BE54-56D7E5EDA82C}">
      <dgm:prSet/>
      <dgm:spPr/>
    </dgm:pt>
    <dgm:pt modelId="{9D70B234-3E03-49B5-B0F6-A0702510B10B}" type="sibTrans" cxnId="{C30C0C38-453C-493F-BE54-56D7E5EDA82C}">
      <dgm:prSet/>
      <dgm:spPr/>
    </dgm:pt>
    <dgm:pt modelId="{159A64FF-5379-473A-A65E-F5F19B08BB97}">
      <dgm:prSet phldrT="[Text]" phldr="0"/>
      <dgm:spPr/>
      <dgm:t>
        <a:bodyPr/>
        <a:lstStyle/>
        <a:p>
          <a:r>
            <a:rPr lang="en-US" dirty="0"/>
            <a:t>Web framework</a:t>
          </a:r>
        </a:p>
      </dgm:t>
    </dgm:pt>
    <dgm:pt modelId="{77427AB8-8003-4C15-942B-933AD34D3CA5}" type="parTrans" cxnId="{D5C87157-587A-4F4A-A582-3AE432D3CAFA}">
      <dgm:prSet/>
      <dgm:spPr/>
    </dgm:pt>
    <dgm:pt modelId="{2DAF08A3-726C-461C-9575-DC1337B2FB25}" type="sibTrans" cxnId="{D5C87157-587A-4F4A-A582-3AE432D3CAFA}">
      <dgm:prSet/>
      <dgm:spPr/>
    </dgm:pt>
    <dgm:pt modelId="{FB42F5C8-9C1D-4C54-AA09-A0901E2820E7}">
      <dgm:prSet phldrT="[Text]" phldr="0"/>
      <dgm:spPr/>
      <dgm:t>
        <a:bodyPr/>
        <a:lstStyle/>
        <a:p>
          <a:r>
            <a:rPr lang="en-US" dirty="0"/>
            <a:t>Chart.js &amp; Leaflet</a:t>
          </a:r>
        </a:p>
      </dgm:t>
    </dgm:pt>
    <dgm:pt modelId="{95649B41-FCDA-471E-BA1D-D841A025FC7C}" type="parTrans" cxnId="{8D1632A5-E729-45BC-B10E-5B0AB5B30860}">
      <dgm:prSet/>
      <dgm:spPr/>
    </dgm:pt>
    <dgm:pt modelId="{1ADAB2AA-09D2-4723-81EB-AAA7B28FD97A}" type="sibTrans" cxnId="{8D1632A5-E729-45BC-B10E-5B0AB5B30860}">
      <dgm:prSet/>
      <dgm:spPr/>
    </dgm:pt>
    <dgm:pt modelId="{2A3F01B1-7A17-43C5-B239-945BF3CB6B81}">
      <dgm:prSet phldrT="[Text]" phldr="0"/>
      <dgm:spPr/>
      <dgm:t>
        <a:bodyPr/>
        <a:lstStyle/>
        <a:p>
          <a:r>
            <a:rPr lang="en-US" dirty="0"/>
            <a:t>Visualizations</a:t>
          </a:r>
        </a:p>
      </dgm:t>
    </dgm:pt>
    <dgm:pt modelId="{A1BAFAA5-9AE8-463B-A0D8-0244FE1E08B1}" type="parTrans" cxnId="{046CB9DD-E69F-49AF-B731-A1AEDF1142DC}">
      <dgm:prSet/>
      <dgm:spPr/>
    </dgm:pt>
    <dgm:pt modelId="{64CA7FCB-CC02-41D7-B4D6-F4C1A5458E99}" type="sibTrans" cxnId="{046CB9DD-E69F-49AF-B731-A1AEDF1142DC}">
      <dgm:prSet/>
      <dgm:spPr/>
    </dgm:pt>
    <dgm:pt modelId="{B088D521-37EC-42BC-94BF-01474DA18F65}">
      <dgm:prSet phldrT="[Text]" phldr="0"/>
      <dgm:spPr/>
      <dgm:t>
        <a:bodyPr/>
        <a:lstStyle/>
        <a:p>
          <a:r>
            <a:rPr lang="en-US" dirty="0"/>
            <a:t>Ubuntu VPS</a:t>
          </a:r>
        </a:p>
      </dgm:t>
    </dgm:pt>
    <dgm:pt modelId="{2841CCDF-272F-40DD-B922-4F66B55B3FBA}" type="parTrans" cxnId="{2169C66B-C319-44FB-868F-803876259D2C}">
      <dgm:prSet/>
      <dgm:spPr/>
    </dgm:pt>
    <dgm:pt modelId="{C6538996-6D64-4571-8B4E-910903A716D2}" type="sibTrans" cxnId="{2169C66B-C319-44FB-868F-803876259D2C}">
      <dgm:prSet/>
      <dgm:spPr/>
    </dgm:pt>
    <dgm:pt modelId="{75F6822F-EA59-439C-A8E0-BD1A5A52CF8C}">
      <dgm:prSet phldrT="[Text]" phldr="0"/>
      <dgm:spPr/>
      <dgm:t>
        <a:bodyPr/>
        <a:lstStyle/>
        <a:p>
          <a:r>
            <a:rPr lang="en-US" dirty="0"/>
            <a:t>Deployment platform</a:t>
          </a:r>
        </a:p>
      </dgm:t>
    </dgm:pt>
    <dgm:pt modelId="{D0F526D9-0331-491E-B287-536349C766D5}" type="parTrans" cxnId="{DD71DF59-9F3B-4C2B-8840-EAF624EC1DDD}">
      <dgm:prSet/>
      <dgm:spPr/>
    </dgm:pt>
    <dgm:pt modelId="{6C9B2A1E-D7F2-4200-8FAD-21635C27E0DF}" type="sibTrans" cxnId="{DD71DF59-9F3B-4C2B-8840-EAF624EC1DDD}">
      <dgm:prSet/>
      <dgm:spPr/>
    </dgm:pt>
    <dgm:pt modelId="{27A06AD0-6CFA-4424-811B-C91B75A1F130}" type="pres">
      <dgm:prSet presAssocID="{0A0E71E3-2B2F-4B1B-B794-16AD09045FC2}" presName="Name0" presStyleCnt="0">
        <dgm:presLayoutVars>
          <dgm:dir/>
          <dgm:animLvl val="lvl"/>
          <dgm:resizeHandles val="exact"/>
        </dgm:presLayoutVars>
      </dgm:prSet>
      <dgm:spPr/>
    </dgm:pt>
    <dgm:pt modelId="{518D8715-89B4-4F44-AB0F-E10253410A23}" type="pres">
      <dgm:prSet presAssocID="{2E83CF29-314C-4BC2-8D5B-35761766A487}" presName="linNode" presStyleCnt="0"/>
      <dgm:spPr/>
    </dgm:pt>
    <dgm:pt modelId="{3CC51C78-53E1-4DE7-9E60-81691BD6E056}" type="pres">
      <dgm:prSet presAssocID="{2E83CF29-314C-4BC2-8D5B-35761766A487}" presName="parentText" presStyleLbl="node1" presStyleIdx="0" presStyleCnt="6">
        <dgm:presLayoutVars>
          <dgm:chMax val="1"/>
          <dgm:bulletEnabled val="1"/>
        </dgm:presLayoutVars>
      </dgm:prSet>
      <dgm:spPr/>
    </dgm:pt>
    <dgm:pt modelId="{3DFF8E60-F41A-4669-8AD6-99B6A9D54102}" type="pres">
      <dgm:prSet presAssocID="{2E83CF29-314C-4BC2-8D5B-35761766A487}" presName="descendantText" presStyleLbl="alignAccFollowNode1" presStyleIdx="0" presStyleCnt="6">
        <dgm:presLayoutVars>
          <dgm:bulletEnabled val="1"/>
        </dgm:presLayoutVars>
      </dgm:prSet>
      <dgm:spPr/>
    </dgm:pt>
    <dgm:pt modelId="{9D43CAD4-11BB-4D34-8B11-1D73B1E6965F}" type="pres">
      <dgm:prSet presAssocID="{EBB0561A-427C-426A-B90C-71DF26C41258}" presName="sp" presStyleCnt="0"/>
      <dgm:spPr/>
    </dgm:pt>
    <dgm:pt modelId="{3510364D-6051-486A-B2D1-0D981B4D165B}" type="pres">
      <dgm:prSet presAssocID="{11A4D28D-92C3-4520-AAD1-2385EC3364E3}" presName="linNode" presStyleCnt="0"/>
      <dgm:spPr/>
    </dgm:pt>
    <dgm:pt modelId="{8DCAFBF4-E261-412B-B4C2-E8A6BE81B112}" type="pres">
      <dgm:prSet presAssocID="{11A4D28D-92C3-4520-AAD1-2385EC3364E3}" presName="parentText" presStyleLbl="node1" presStyleIdx="1" presStyleCnt="6">
        <dgm:presLayoutVars>
          <dgm:chMax val="1"/>
          <dgm:bulletEnabled val="1"/>
        </dgm:presLayoutVars>
      </dgm:prSet>
      <dgm:spPr/>
    </dgm:pt>
    <dgm:pt modelId="{1A1E8372-DFF3-465C-80D2-1009A71C30FC}" type="pres">
      <dgm:prSet presAssocID="{11A4D28D-92C3-4520-AAD1-2385EC3364E3}" presName="descendantText" presStyleLbl="alignAccFollowNode1" presStyleIdx="1" presStyleCnt="6">
        <dgm:presLayoutVars>
          <dgm:bulletEnabled val="1"/>
        </dgm:presLayoutVars>
      </dgm:prSet>
      <dgm:spPr/>
    </dgm:pt>
    <dgm:pt modelId="{BDF8781A-5B1C-48AD-89E6-6BE8F8DDD448}" type="pres">
      <dgm:prSet presAssocID="{3C0EA5FC-7FB1-4008-8FE4-E0E29B679F5F}" presName="sp" presStyleCnt="0"/>
      <dgm:spPr/>
    </dgm:pt>
    <dgm:pt modelId="{4139A8B5-F47A-4CC2-A82B-424BDA333E13}" type="pres">
      <dgm:prSet presAssocID="{25EC51FE-947D-485E-81EA-E178E0F0889C}" presName="linNode" presStyleCnt="0"/>
      <dgm:spPr/>
    </dgm:pt>
    <dgm:pt modelId="{642EFAB0-714C-4ACD-AA8A-06B2FA1A2360}" type="pres">
      <dgm:prSet presAssocID="{25EC51FE-947D-485E-81EA-E178E0F0889C}" presName="parentText" presStyleLbl="node1" presStyleIdx="2" presStyleCnt="6">
        <dgm:presLayoutVars>
          <dgm:chMax val="1"/>
          <dgm:bulletEnabled val="1"/>
        </dgm:presLayoutVars>
      </dgm:prSet>
      <dgm:spPr/>
    </dgm:pt>
    <dgm:pt modelId="{52DF7727-51DF-46BE-8D82-63D0B9CD6DF4}" type="pres">
      <dgm:prSet presAssocID="{25EC51FE-947D-485E-81EA-E178E0F0889C}" presName="descendantText" presStyleLbl="alignAccFollowNode1" presStyleIdx="2" presStyleCnt="6">
        <dgm:presLayoutVars>
          <dgm:bulletEnabled val="1"/>
        </dgm:presLayoutVars>
      </dgm:prSet>
      <dgm:spPr/>
    </dgm:pt>
    <dgm:pt modelId="{E490D848-F523-492B-92D6-2407F9948834}" type="pres">
      <dgm:prSet presAssocID="{C10E5CE6-4384-4449-8CB8-6968769B1E69}" presName="sp" presStyleCnt="0"/>
      <dgm:spPr/>
    </dgm:pt>
    <dgm:pt modelId="{3E9F4780-0C35-4503-A458-86AE9258CC15}" type="pres">
      <dgm:prSet presAssocID="{E6250415-FDCD-4E4A-98D5-25549A29A13F}" presName="linNode" presStyleCnt="0"/>
      <dgm:spPr/>
    </dgm:pt>
    <dgm:pt modelId="{B053D7B4-AC37-433F-AFB1-E8C26326EA37}" type="pres">
      <dgm:prSet presAssocID="{E6250415-FDCD-4E4A-98D5-25549A29A13F}" presName="parentText" presStyleLbl="node1" presStyleIdx="3" presStyleCnt="6">
        <dgm:presLayoutVars>
          <dgm:chMax val="1"/>
          <dgm:bulletEnabled val="1"/>
        </dgm:presLayoutVars>
      </dgm:prSet>
      <dgm:spPr/>
    </dgm:pt>
    <dgm:pt modelId="{C9BFBEF6-7098-45C8-8501-61F8C541E0B5}" type="pres">
      <dgm:prSet presAssocID="{E6250415-FDCD-4E4A-98D5-25549A29A13F}" presName="descendantText" presStyleLbl="alignAccFollowNode1" presStyleIdx="3" presStyleCnt="6">
        <dgm:presLayoutVars>
          <dgm:bulletEnabled val="1"/>
        </dgm:presLayoutVars>
      </dgm:prSet>
      <dgm:spPr/>
    </dgm:pt>
    <dgm:pt modelId="{6464C952-12A9-4C82-865F-D17E28F8CAE4}" type="pres">
      <dgm:prSet presAssocID="{9D70B234-3E03-49B5-B0F6-A0702510B10B}" presName="sp" presStyleCnt="0"/>
      <dgm:spPr/>
    </dgm:pt>
    <dgm:pt modelId="{92AF141A-DA71-464F-8663-B7B6571C609B}" type="pres">
      <dgm:prSet presAssocID="{FB42F5C8-9C1D-4C54-AA09-A0901E2820E7}" presName="linNode" presStyleCnt="0"/>
      <dgm:spPr/>
    </dgm:pt>
    <dgm:pt modelId="{B979E638-59F1-4372-AF6B-1F6FEB028837}" type="pres">
      <dgm:prSet presAssocID="{FB42F5C8-9C1D-4C54-AA09-A0901E2820E7}" presName="parentText" presStyleLbl="node1" presStyleIdx="4" presStyleCnt="6">
        <dgm:presLayoutVars>
          <dgm:chMax val="1"/>
          <dgm:bulletEnabled val="1"/>
        </dgm:presLayoutVars>
      </dgm:prSet>
      <dgm:spPr/>
    </dgm:pt>
    <dgm:pt modelId="{783765F4-4541-4AF7-A5E4-745413ED5309}" type="pres">
      <dgm:prSet presAssocID="{FB42F5C8-9C1D-4C54-AA09-A0901E2820E7}" presName="descendantText" presStyleLbl="alignAccFollowNode1" presStyleIdx="4" presStyleCnt="6">
        <dgm:presLayoutVars>
          <dgm:bulletEnabled val="1"/>
        </dgm:presLayoutVars>
      </dgm:prSet>
      <dgm:spPr/>
    </dgm:pt>
    <dgm:pt modelId="{F35A8491-34C2-42A8-934B-6A6CD4658534}" type="pres">
      <dgm:prSet presAssocID="{1ADAB2AA-09D2-4723-81EB-AAA7B28FD97A}" presName="sp" presStyleCnt="0"/>
      <dgm:spPr/>
    </dgm:pt>
    <dgm:pt modelId="{24906689-D26A-4282-A61F-B8D69C956FED}" type="pres">
      <dgm:prSet presAssocID="{B088D521-37EC-42BC-94BF-01474DA18F65}" presName="linNode" presStyleCnt="0"/>
      <dgm:spPr/>
    </dgm:pt>
    <dgm:pt modelId="{A7A53EF4-D7D2-496F-A4F1-2F91D6125B0B}" type="pres">
      <dgm:prSet presAssocID="{B088D521-37EC-42BC-94BF-01474DA18F65}" presName="parentText" presStyleLbl="node1" presStyleIdx="5" presStyleCnt="6">
        <dgm:presLayoutVars>
          <dgm:chMax val="1"/>
          <dgm:bulletEnabled val="1"/>
        </dgm:presLayoutVars>
      </dgm:prSet>
      <dgm:spPr/>
    </dgm:pt>
    <dgm:pt modelId="{5F027074-811B-4941-BF56-894A5903C41F}" type="pres">
      <dgm:prSet presAssocID="{B088D521-37EC-42BC-94BF-01474DA18F65}" presName="descendantText" presStyleLbl="alignAccFollowNode1" presStyleIdx="5" presStyleCnt="6">
        <dgm:presLayoutVars>
          <dgm:bulletEnabled val="1"/>
        </dgm:presLayoutVars>
      </dgm:prSet>
      <dgm:spPr/>
    </dgm:pt>
  </dgm:ptLst>
  <dgm:cxnLst>
    <dgm:cxn modelId="{72399812-0947-4724-B5DE-621D933A1A04}" type="presOf" srcId="{B088D521-37EC-42BC-94BF-01474DA18F65}" destId="{A7A53EF4-D7D2-496F-A4F1-2F91D6125B0B}" srcOrd="0" destOrd="0" presId="urn:microsoft.com/office/officeart/2005/8/layout/vList5"/>
    <dgm:cxn modelId="{93913136-4B15-4731-B262-1A82616A3A1E}" srcId="{0A0E71E3-2B2F-4B1B-B794-16AD09045FC2}" destId="{2E83CF29-314C-4BC2-8D5B-35761766A487}" srcOrd="0" destOrd="0" parTransId="{C0EFDDE2-9848-4C4D-A07C-04B191960FA5}" sibTransId="{EBB0561A-427C-426A-B90C-71DF26C41258}"/>
    <dgm:cxn modelId="{3BCC4836-351F-47ED-8BD5-4EE9F1D349F3}" type="presOf" srcId="{39F68040-D73A-4CD3-B70F-89E7110E6147}" destId="{1A1E8372-DFF3-465C-80D2-1009A71C30FC}" srcOrd="0" destOrd="0" presId="urn:microsoft.com/office/officeart/2005/8/layout/vList5"/>
    <dgm:cxn modelId="{DC1D4137-60BE-4F3A-BFA6-558B7A93368A}" type="presOf" srcId="{E6250415-FDCD-4E4A-98D5-25549A29A13F}" destId="{B053D7B4-AC37-433F-AFB1-E8C26326EA37}" srcOrd="0" destOrd="0" presId="urn:microsoft.com/office/officeart/2005/8/layout/vList5"/>
    <dgm:cxn modelId="{C30C0C38-453C-493F-BE54-56D7E5EDA82C}" srcId="{0A0E71E3-2B2F-4B1B-B794-16AD09045FC2}" destId="{E6250415-FDCD-4E4A-98D5-25549A29A13F}" srcOrd="3" destOrd="0" parTransId="{989A38C3-D88E-490D-9AF0-5F7684C36FAA}" sibTransId="{9D70B234-3E03-49B5-B0F6-A0702510B10B}"/>
    <dgm:cxn modelId="{29128D3C-76A3-4880-8326-FE976E430664}" type="presOf" srcId="{2E83CF29-314C-4BC2-8D5B-35761766A487}" destId="{3CC51C78-53E1-4DE7-9E60-81691BD6E056}" srcOrd="0" destOrd="0" presId="urn:microsoft.com/office/officeart/2005/8/layout/vList5"/>
    <dgm:cxn modelId="{29AD553E-34EC-4967-886D-469958DB7AAF}" srcId="{2E83CF29-314C-4BC2-8D5B-35761766A487}" destId="{E3686D2B-0E08-4B99-8CE0-86779A79131A}" srcOrd="0" destOrd="0" parTransId="{9D33D415-A3BE-4D11-BC76-040A6789AD85}" sibTransId="{23E39849-B327-4924-A6C2-C2229C0C0935}"/>
    <dgm:cxn modelId="{CAD5115E-7EC6-4AC7-8FC7-086FA01CEAFB}" type="presOf" srcId="{11A4D28D-92C3-4520-AAD1-2385EC3364E3}" destId="{8DCAFBF4-E261-412B-B4C2-E8A6BE81B112}" srcOrd="0" destOrd="0" presId="urn:microsoft.com/office/officeart/2005/8/layout/vList5"/>
    <dgm:cxn modelId="{5CA16F61-6C52-4CFC-A75C-52D0FA86B600}" type="presOf" srcId="{0A0E71E3-2B2F-4B1B-B794-16AD09045FC2}" destId="{27A06AD0-6CFA-4424-811B-C91B75A1F130}" srcOrd="0" destOrd="0" presId="urn:microsoft.com/office/officeart/2005/8/layout/vList5"/>
    <dgm:cxn modelId="{CCC57F66-76B5-4FC2-9023-B7255CB9FA12}" type="presOf" srcId="{159A64FF-5379-473A-A65E-F5F19B08BB97}" destId="{C9BFBEF6-7098-45C8-8501-61F8C541E0B5}" srcOrd="0" destOrd="0" presId="urn:microsoft.com/office/officeart/2005/8/layout/vList5"/>
    <dgm:cxn modelId="{2169C66B-C319-44FB-868F-803876259D2C}" srcId="{0A0E71E3-2B2F-4B1B-B794-16AD09045FC2}" destId="{B088D521-37EC-42BC-94BF-01474DA18F65}" srcOrd="5" destOrd="0" parTransId="{2841CCDF-272F-40DD-B922-4F66B55B3FBA}" sibTransId="{C6538996-6D64-4571-8B4E-910903A716D2}"/>
    <dgm:cxn modelId="{7E459570-AAE8-4A02-9B00-289785FDAD0F}" type="presOf" srcId="{75F6822F-EA59-439C-A8E0-BD1A5A52CF8C}" destId="{5F027074-811B-4941-BF56-894A5903C41F}" srcOrd="0" destOrd="0" presId="urn:microsoft.com/office/officeart/2005/8/layout/vList5"/>
    <dgm:cxn modelId="{D5C87157-587A-4F4A-A582-3AE432D3CAFA}" srcId="{E6250415-FDCD-4E4A-98D5-25549A29A13F}" destId="{159A64FF-5379-473A-A65E-F5F19B08BB97}" srcOrd="0" destOrd="0" parTransId="{77427AB8-8003-4C15-942B-933AD34D3CA5}" sibTransId="{2DAF08A3-726C-461C-9575-DC1337B2FB25}"/>
    <dgm:cxn modelId="{DD71DF59-9F3B-4C2B-8840-EAF624EC1DDD}" srcId="{B088D521-37EC-42BC-94BF-01474DA18F65}" destId="{75F6822F-EA59-439C-A8E0-BD1A5A52CF8C}" srcOrd="0" destOrd="0" parTransId="{D0F526D9-0331-491E-B287-536349C766D5}" sibTransId="{6C9B2A1E-D7F2-4200-8FAD-21635C27E0DF}"/>
    <dgm:cxn modelId="{A7A53E87-BCEE-40DD-952E-C4EEE4FAA285}" type="presOf" srcId="{E3686D2B-0E08-4B99-8CE0-86779A79131A}" destId="{3DFF8E60-F41A-4669-8AD6-99B6A9D54102}" srcOrd="0" destOrd="0" presId="urn:microsoft.com/office/officeart/2005/8/layout/vList5"/>
    <dgm:cxn modelId="{8D1632A5-E729-45BC-B10E-5B0AB5B30860}" srcId="{0A0E71E3-2B2F-4B1B-B794-16AD09045FC2}" destId="{FB42F5C8-9C1D-4C54-AA09-A0901E2820E7}" srcOrd="4" destOrd="0" parTransId="{95649B41-FCDA-471E-BA1D-D841A025FC7C}" sibTransId="{1ADAB2AA-09D2-4723-81EB-AAA7B28FD97A}"/>
    <dgm:cxn modelId="{803ADEA5-83C8-476B-8ED7-01B591B430E9}" type="presOf" srcId="{2A3F01B1-7A17-43C5-B239-945BF3CB6B81}" destId="{783765F4-4541-4AF7-A5E4-745413ED5309}" srcOrd="0" destOrd="0" presId="urn:microsoft.com/office/officeart/2005/8/layout/vList5"/>
    <dgm:cxn modelId="{561C20A7-F0DD-4D44-BBF6-173056573BE3}" srcId="{0A0E71E3-2B2F-4B1B-B794-16AD09045FC2}" destId="{25EC51FE-947D-485E-81EA-E178E0F0889C}" srcOrd="2" destOrd="0" parTransId="{88C6CADB-A806-4CC7-9DD5-DC1CC9125C96}" sibTransId="{C10E5CE6-4384-4449-8CB8-6968769B1E69}"/>
    <dgm:cxn modelId="{95E70AAA-5B54-4332-B826-824BB8E0FF88}" srcId="{0A0E71E3-2B2F-4B1B-B794-16AD09045FC2}" destId="{11A4D28D-92C3-4520-AAD1-2385EC3364E3}" srcOrd="1" destOrd="0" parTransId="{FC9927EC-EE97-4CA1-B6B2-F7068DF309CF}" sibTransId="{3C0EA5FC-7FB1-4008-8FE4-E0E29B679F5F}"/>
    <dgm:cxn modelId="{FACF55BA-CB49-45EF-904C-E5267CD8DCB4}" type="presOf" srcId="{25EC51FE-947D-485E-81EA-E178E0F0889C}" destId="{642EFAB0-714C-4ACD-AA8A-06B2FA1A2360}" srcOrd="0" destOrd="0" presId="urn:microsoft.com/office/officeart/2005/8/layout/vList5"/>
    <dgm:cxn modelId="{8F9DF4CF-9D97-469D-9E17-DCB5019373F1}" type="presOf" srcId="{FB42F5C8-9C1D-4C54-AA09-A0901E2820E7}" destId="{B979E638-59F1-4372-AF6B-1F6FEB028837}" srcOrd="0" destOrd="0" presId="urn:microsoft.com/office/officeart/2005/8/layout/vList5"/>
    <dgm:cxn modelId="{046CB9DD-E69F-49AF-B731-A1AEDF1142DC}" srcId="{FB42F5C8-9C1D-4C54-AA09-A0901E2820E7}" destId="{2A3F01B1-7A17-43C5-B239-945BF3CB6B81}" srcOrd="0" destOrd="0" parTransId="{A1BAFAA5-9AE8-463B-A0D8-0244FE1E08B1}" sibTransId="{64CA7FCB-CC02-41D7-B4D6-F4C1A5458E99}"/>
    <dgm:cxn modelId="{78D61AE0-C14F-4A8C-9E77-DC3BA8E57093}" type="presOf" srcId="{28C90550-5261-4FD1-8F89-5F2302210F52}" destId="{52DF7727-51DF-46BE-8D82-63D0B9CD6DF4}" srcOrd="0" destOrd="0" presId="urn:microsoft.com/office/officeart/2005/8/layout/vList5"/>
    <dgm:cxn modelId="{3393CBE0-3ABD-4364-AB75-6B27F3FF62E0}" srcId="{25EC51FE-947D-485E-81EA-E178E0F0889C}" destId="{28C90550-5261-4FD1-8F89-5F2302210F52}" srcOrd="0" destOrd="0" parTransId="{9263FBC6-9001-4E63-A4E1-52AF7EDC42CE}" sibTransId="{E154AB3C-7747-474B-A076-1DCFA5F91C00}"/>
    <dgm:cxn modelId="{D7CF17EF-7D16-4D9E-AFD8-8D3C7C377179}" srcId="{11A4D28D-92C3-4520-AAD1-2385EC3364E3}" destId="{39F68040-D73A-4CD3-B70F-89E7110E6147}" srcOrd="0" destOrd="0" parTransId="{EB3C0EF3-4CA9-4B25-BE47-32000AB4C0F6}" sibTransId="{F32EE9B6-38E8-4C10-BAC8-0FC7093BA8A9}"/>
    <dgm:cxn modelId="{3B21B46F-4976-4471-A449-321298AC066B}" type="presParOf" srcId="{27A06AD0-6CFA-4424-811B-C91B75A1F130}" destId="{518D8715-89B4-4F44-AB0F-E10253410A23}" srcOrd="0" destOrd="0" presId="urn:microsoft.com/office/officeart/2005/8/layout/vList5"/>
    <dgm:cxn modelId="{7B2A245D-623F-49AE-AC2C-A23F8F967AFC}" type="presParOf" srcId="{518D8715-89B4-4F44-AB0F-E10253410A23}" destId="{3CC51C78-53E1-4DE7-9E60-81691BD6E056}" srcOrd="0" destOrd="0" presId="urn:microsoft.com/office/officeart/2005/8/layout/vList5"/>
    <dgm:cxn modelId="{7BFFA570-609B-4FB4-8407-3CCAA417BAB7}" type="presParOf" srcId="{518D8715-89B4-4F44-AB0F-E10253410A23}" destId="{3DFF8E60-F41A-4669-8AD6-99B6A9D54102}" srcOrd="1" destOrd="0" presId="urn:microsoft.com/office/officeart/2005/8/layout/vList5"/>
    <dgm:cxn modelId="{64D7CC7A-26B0-4FA9-BF90-EE9B1C996458}" type="presParOf" srcId="{27A06AD0-6CFA-4424-811B-C91B75A1F130}" destId="{9D43CAD4-11BB-4D34-8B11-1D73B1E6965F}" srcOrd="1" destOrd="0" presId="urn:microsoft.com/office/officeart/2005/8/layout/vList5"/>
    <dgm:cxn modelId="{AC917B22-5E3F-413B-9594-062F41634DF1}" type="presParOf" srcId="{27A06AD0-6CFA-4424-811B-C91B75A1F130}" destId="{3510364D-6051-486A-B2D1-0D981B4D165B}" srcOrd="2" destOrd="0" presId="urn:microsoft.com/office/officeart/2005/8/layout/vList5"/>
    <dgm:cxn modelId="{0FC2DA91-6900-42C3-9C2F-8F1168DA1B3E}" type="presParOf" srcId="{3510364D-6051-486A-B2D1-0D981B4D165B}" destId="{8DCAFBF4-E261-412B-B4C2-E8A6BE81B112}" srcOrd="0" destOrd="0" presId="urn:microsoft.com/office/officeart/2005/8/layout/vList5"/>
    <dgm:cxn modelId="{88DBD253-B66E-46DB-9DDB-39383FA5F7BE}" type="presParOf" srcId="{3510364D-6051-486A-B2D1-0D981B4D165B}" destId="{1A1E8372-DFF3-465C-80D2-1009A71C30FC}" srcOrd="1" destOrd="0" presId="urn:microsoft.com/office/officeart/2005/8/layout/vList5"/>
    <dgm:cxn modelId="{79BF1B7A-87F1-4CDE-B847-423C53724915}" type="presParOf" srcId="{27A06AD0-6CFA-4424-811B-C91B75A1F130}" destId="{BDF8781A-5B1C-48AD-89E6-6BE8F8DDD448}" srcOrd="3" destOrd="0" presId="urn:microsoft.com/office/officeart/2005/8/layout/vList5"/>
    <dgm:cxn modelId="{8C5B0CBA-0A2B-4140-81CA-578F034040A8}" type="presParOf" srcId="{27A06AD0-6CFA-4424-811B-C91B75A1F130}" destId="{4139A8B5-F47A-4CC2-A82B-424BDA333E13}" srcOrd="4" destOrd="0" presId="urn:microsoft.com/office/officeart/2005/8/layout/vList5"/>
    <dgm:cxn modelId="{2A080E29-55E6-40B4-992B-ABAF97002213}" type="presParOf" srcId="{4139A8B5-F47A-4CC2-A82B-424BDA333E13}" destId="{642EFAB0-714C-4ACD-AA8A-06B2FA1A2360}" srcOrd="0" destOrd="0" presId="urn:microsoft.com/office/officeart/2005/8/layout/vList5"/>
    <dgm:cxn modelId="{F21C23E7-B4C3-4ED1-BAD6-6656FB195F31}" type="presParOf" srcId="{4139A8B5-F47A-4CC2-A82B-424BDA333E13}" destId="{52DF7727-51DF-46BE-8D82-63D0B9CD6DF4}" srcOrd="1" destOrd="0" presId="urn:microsoft.com/office/officeart/2005/8/layout/vList5"/>
    <dgm:cxn modelId="{3FD7D25C-F778-410E-AB64-7AFB86FE3C37}" type="presParOf" srcId="{27A06AD0-6CFA-4424-811B-C91B75A1F130}" destId="{E490D848-F523-492B-92D6-2407F9948834}" srcOrd="5" destOrd="0" presId="urn:microsoft.com/office/officeart/2005/8/layout/vList5"/>
    <dgm:cxn modelId="{6C1CB18C-5B83-43F9-BBCF-6633E317298B}" type="presParOf" srcId="{27A06AD0-6CFA-4424-811B-C91B75A1F130}" destId="{3E9F4780-0C35-4503-A458-86AE9258CC15}" srcOrd="6" destOrd="0" presId="urn:microsoft.com/office/officeart/2005/8/layout/vList5"/>
    <dgm:cxn modelId="{A783433F-B5BD-47D9-8623-B9285EAB7CDB}" type="presParOf" srcId="{3E9F4780-0C35-4503-A458-86AE9258CC15}" destId="{B053D7B4-AC37-433F-AFB1-E8C26326EA37}" srcOrd="0" destOrd="0" presId="urn:microsoft.com/office/officeart/2005/8/layout/vList5"/>
    <dgm:cxn modelId="{140ADDE5-4A7F-4981-8759-8F6F62F10792}" type="presParOf" srcId="{3E9F4780-0C35-4503-A458-86AE9258CC15}" destId="{C9BFBEF6-7098-45C8-8501-61F8C541E0B5}" srcOrd="1" destOrd="0" presId="urn:microsoft.com/office/officeart/2005/8/layout/vList5"/>
    <dgm:cxn modelId="{EC0CC83B-E957-463D-996B-9E44F5099998}" type="presParOf" srcId="{27A06AD0-6CFA-4424-811B-C91B75A1F130}" destId="{6464C952-12A9-4C82-865F-D17E28F8CAE4}" srcOrd="7" destOrd="0" presId="urn:microsoft.com/office/officeart/2005/8/layout/vList5"/>
    <dgm:cxn modelId="{AFC20065-C553-416C-884A-9D512E9C26B8}" type="presParOf" srcId="{27A06AD0-6CFA-4424-811B-C91B75A1F130}" destId="{92AF141A-DA71-464F-8663-B7B6571C609B}" srcOrd="8" destOrd="0" presId="urn:microsoft.com/office/officeart/2005/8/layout/vList5"/>
    <dgm:cxn modelId="{D54C69F2-D439-41E6-9535-7F63E245A6D7}" type="presParOf" srcId="{92AF141A-DA71-464F-8663-B7B6571C609B}" destId="{B979E638-59F1-4372-AF6B-1F6FEB028837}" srcOrd="0" destOrd="0" presId="urn:microsoft.com/office/officeart/2005/8/layout/vList5"/>
    <dgm:cxn modelId="{13A4A57E-AF01-491F-AA41-B7ADD0E11061}" type="presParOf" srcId="{92AF141A-DA71-464F-8663-B7B6571C609B}" destId="{783765F4-4541-4AF7-A5E4-745413ED5309}" srcOrd="1" destOrd="0" presId="urn:microsoft.com/office/officeart/2005/8/layout/vList5"/>
    <dgm:cxn modelId="{80C3489D-E3C0-408C-B899-EB2F30E67C80}" type="presParOf" srcId="{27A06AD0-6CFA-4424-811B-C91B75A1F130}" destId="{F35A8491-34C2-42A8-934B-6A6CD4658534}" srcOrd="9" destOrd="0" presId="urn:microsoft.com/office/officeart/2005/8/layout/vList5"/>
    <dgm:cxn modelId="{FA0D6BFE-D0AF-40DF-B2EE-B17BF180F740}" type="presParOf" srcId="{27A06AD0-6CFA-4424-811B-C91B75A1F130}" destId="{24906689-D26A-4282-A61F-B8D69C956FED}" srcOrd="10" destOrd="0" presId="urn:microsoft.com/office/officeart/2005/8/layout/vList5"/>
    <dgm:cxn modelId="{73512D1F-7C99-417A-A2E5-EAADD55B10EE}" type="presParOf" srcId="{24906689-D26A-4282-A61F-B8D69C956FED}" destId="{A7A53EF4-D7D2-496F-A4F1-2F91D6125B0B}" srcOrd="0" destOrd="0" presId="urn:microsoft.com/office/officeart/2005/8/layout/vList5"/>
    <dgm:cxn modelId="{6351FC3D-D943-4612-8316-40CAFBE90A2C}" type="presParOf" srcId="{24906689-D26A-4282-A61F-B8D69C956FED}" destId="{5F027074-811B-4941-BF56-894A5903C41F}" srcOrd="1" destOrd="0" presId="urn:microsoft.com/office/officeart/2005/8/layout/vList5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A44A6FFB-321F-4858-86C0-AED37E133F07}" type="doc">
      <dgm:prSet loTypeId="urn:microsoft.com/office/officeart/2005/8/layout/chevron2" loCatId="process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69DBDA1A-5751-4A59-BFB7-0EE50F019137}">
      <dgm:prSet phldrT="[Text]"/>
      <dgm:spPr/>
      <dgm:t>
        <a:bodyPr/>
        <a:lstStyle/>
        <a:p>
          <a:r>
            <a:rPr lang="en-US" dirty="0"/>
            <a:t>Statistics Overview</a:t>
          </a:r>
        </a:p>
      </dgm:t>
    </dgm:pt>
    <dgm:pt modelId="{8BA5BEE1-3A0E-4084-A500-7540162FA415}" type="parTrans" cxnId="{CAC88CDB-FCB2-42F8-9C18-33ECEE0E56C6}">
      <dgm:prSet/>
      <dgm:spPr/>
      <dgm:t>
        <a:bodyPr/>
        <a:lstStyle/>
        <a:p>
          <a:endParaRPr lang="en-US"/>
        </a:p>
      </dgm:t>
    </dgm:pt>
    <dgm:pt modelId="{D98BCC05-B4DC-4695-8B39-6A6525BF3D4D}" type="sibTrans" cxnId="{CAC88CDB-FCB2-42F8-9C18-33ECEE0E56C6}">
      <dgm:prSet/>
      <dgm:spPr/>
      <dgm:t>
        <a:bodyPr/>
        <a:lstStyle/>
        <a:p>
          <a:endParaRPr lang="en-US"/>
        </a:p>
      </dgm:t>
    </dgm:pt>
    <dgm:pt modelId="{C5297814-8443-4DAB-B1F4-F20FD8CED763}">
      <dgm:prSet phldrT="[Text]"/>
      <dgm:spPr/>
      <dgm:t>
        <a:bodyPr/>
        <a:lstStyle/>
        <a:p>
          <a:r>
            <a:rPr lang="en-US" dirty="0"/>
            <a:t>Total attacks captured</a:t>
          </a:r>
        </a:p>
      </dgm:t>
    </dgm:pt>
    <dgm:pt modelId="{72501219-B23D-4E2C-8B45-E91EE8EA5350}" type="parTrans" cxnId="{68DDF959-3CEA-49FE-BFCB-A38A1FE5C5A2}">
      <dgm:prSet/>
      <dgm:spPr/>
      <dgm:t>
        <a:bodyPr/>
        <a:lstStyle/>
        <a:p>
          <a:endParaRPr lang="en-US"/>
        </a:p>
      </dgm:t>
    </dgm:pt>
    <dgm:pt modelId="{103FCECB-34BB-426E-BCA0-0F89F3D1644C}" type="sibTrans" cxnId="{68DDF959-3CEA-49FE-BFCB-A38A1FE5C5A2}">
      <dgm:prSet/>
      <dgm:spPr/>
      <dgm:t>
        <a:bodyPr/>
        <a:lstStyle/>
        <a:p>
          <a:endParaRPr lang="en-US"/>
        </a:p>
      </dgm:t>
    </dgm:pt>
    <dgm:pt modelId="{14B281C6-B94A-495D-8E73-8C06F97EF2F2}">
      <dgm:prSet phldrT="[Text]"/>
      <dgm:spPr/>
      <dgm:t>
        <a:bodyPr/>
        <a:lstStyle/>
        <a:p>
          <a:r>
            <a:rPr lang="en-US" dirty="0"/>
            <a:t>Geographic distribution</a:t>
          </a:r>
        </a:p>
      </dgm:t>
    </dgm:pt>
    <dgm:pt modelId="{7615001A-6FD7-444C-A2CD-D308C2928588}" type="parTrans" cxnId="{DA36DEF8-41CF-45CA-8F02-3D872CA69A2D}">
      <dgm:prSet/>
      <dgm:spPr/>
      <dgm:t>
        <a:bodyPr/>
        <a:lstStyle/>
        <a:p>
          <a:endParaRPr lang="en-US"/>
        </a:p>
      </dgm:t>
    </dgm:pt>
    <dgm:pt modelId="{10B8C549-E96B-46BB-BC9B-B14380EC15C4}" type="sibTrans" cxnId="{DA36DEF8-41CF-45CA-8F02-3D872CA69A2D}">
      <dgm:prSet/>
      <dgm:spPr/>
      <dgm:t>
        <a:bodyPr/>
        <a:lstStyle/>
        <a:p>
          <a:endParaRPr lang="en-US"/>
        </a:p>
      </dgm:t>
    </dgm:pt>
    <dgm:pt modelId="{EDDACC39-2291-468A-ABA3-85A0BD4DF1FA}">
      <dgm:prSet phldrT="[Text]"/>
      <dgm:spPr/>
      <dgm:t>
        <a:bodyPr/>
        <a:lstStyle/>
        <a:p>
          <a:r>
            <a:rPr lang="en-US" dirty="0"/>
            <a:t>Attack Map</a:t>
          </a:r>
        </a:p>
      </dgm:t>
    </dgm:pt>
    <dgm:pt modelId="{DC4F5E11-2478-41A1-9630-23D1C1CCDDC7}" type="parTrans" cxnId="{BF0AFAB9-1961-4182-B60C-C9CE0BB66102}">
      <dgm:prSet/>
      <dgm:spPr/>
      <dgm:t>
        <a:bodyPr/>
        <a:lstStyle/>
        <a:p>
          <a:endParaRPr lang="en-US"/>
        </a:p>
      </dgm:t>
    </dgm:pt>
    <dgm:pt modelId="{E3F8F04A-CAE1-45A1-BA22-4741453B66F6}" type="sibTrans" cxnId="{BF0AFAB9-1961-4182-B60C-C9CE0BB66102}">
      <dgm:prSet/>
      <dgm:spPr/>
      <dgm:t>
        <a:bodyPr/>
        <a:lstStyle/>
        <a:p>
          <a:endParaRPr lang="en-US"/>
        </a:p>
      </dgm:t>
    </dgm:pt>
    <dgm:pt modelId="{D1BF3DE6-0CCE-4E68-B7C3-9F33CCC6955D}">
      <dgm:prSet phldrT="[Text]"/>
      <dgm:spPr/>
      <dgm:t>
        <a:bodyPr/>
        <a:lstStyle/>
        <a:p>
          <a:r>
            <a:rPr lang="en-US" dirty="0"/>
            <a:t>Show attack origins worldwide</a:t>
          </a:r>
        </a:p>
      </dgm:t>
    </dgm:pt>
    <dgm:pt modelId="{A5D78275-F3B7-471E-9267-A4B4A39C8963}" type="parTrans" cxnId="{4BA61D7B-7C23-45F2-AB02-3402B4792CBF}">
      <dgm:prSet/>
      <dgm:spPr/>
      <dgm:t>
        <a:bodyPr/>
        <a:lstStyle/>
        <a:p>
          <a:endParaRPr lang="en-US"/>
        </a:p>
      </dgm:t>
    </dgm:pt>
    <dgm:pt modelId="{CEF4BB2E-3013-4170-AA22-22D6C7B5221A}" type="sibTrans" cxnId="{4BA61D7B-7C23-45F2-AB02-3402B4792CBF}">
      <dgm:prSet/>
      <dgm:spPr/>
      <dgm:t>
        <a:bodyPr/>
        <a:lstStyle/>
        <a:p>
          <a:endParaRPr lang="en-US"/>
        </a:p>
      </dgm:t>
    </dgm:pt>
    <dgm:pt modelId="{A8E4AE49-8E82-4BBF-BEC6-7921883738A7}">
      <dgm:prSet phldrT="[Text]"/>
      <dgm:spPr/>
      <dgm:t>
        <a:bodyPr/>
        <a:lstStyle/>
        <a:p>
          <a:r>
            <a:rPr lang="en-US" dirty="0"/>
            <a:t>Attack Timeline</a:t>
          </a:r>
        </a:p>
      </dgm:t>
    </dgm:pt>
    <dgm:pt modelId="{F766E513-10CD-4E21-9A31-89060DC675C4}" type="parTrans" cxnId="{052CDDB3-8954-4BDD-9756-F9FA7D7FEF74}">
      <dgm:prSet/>
      <dgm:spPr/>
      <dgm:t>
        <a:bodyPr/>
        <a:lstStyle/>
        <a:p>
          <a:endParaRPr lang="en-US"/>
        </a:p>
      </dgm:t>
    </dgm:pt>
    <dgm:pt modelId="{131B0A8B-DBBD-4C22-9E09-43E5C6303D97}" type="sibTrans" cxnId="{052CDDB3-8954-4BDD-9756-F9FA7D7FEF74}">
      <dgm:prSet/>
      <dgm:spPr/>
      <dgm:t>
        <a:bodyPr/>
        <a:lstStyle/>
        <a:p>
          <a:endParaRPr lang="en-US"/>
        </a:p>
      </dgm:t>
    </dgm:pt>
    <dgm:pt modelId="{B45E640F-70CC-4D4F-9160-C5D7105DBB50}">
      <dgm:prSet phldrT="[Text]"/>
      <dgm:spPr/>
      <dgm:t>
        <a:bodyPr/>
        <a:lstStyle/>
        <a:p>
          <a:r>
            <a:rPr lang="en-US" dirty="0"/>
            <a:t>Show attack patterns over time</a:t>
          </a:r>
        </a:p>
      </dgm:t>
    </dgm:pt>
    <dgm:pt modelId="{2A09453B-098B-4852-9627-B0008C9CCE55}" type="parTrans" cxnId="{1DF85D9C-DEFB-4E04-8406-4C6BD832348E}">
      <dgm:prSet/>
      <dgm:spPr/>
      <dgm:t>
        <a:bodyPr/>
        <a:lstStyle/>
        <a:p>
          <a:endParaRPr lang="en-US"/>
        </a:p>
      </dgm:t>
    </dgm:pt>
    <dgm:pt modelId="{3AC875F1-9ED2-47A2-BE7A-A490F9256C9F}" type="sibTrans" cxnId="{1DF85D9C-DEFB-4E04-8406-4C6BD832348E}">
      <dgm:prSet/>
      <dgm:spPr/>
      <dgm:t>
        <a:bodyPr/>
        <a:lstStyle/>
        <a:p>
          <a:endParaRPr lang="en-US"/>
        </a:p>
      </dgm:t>
    </dgm:pt>
    <dgm:pt modelId="{3C8A2EBC-D454-4C44-83BD-2BBA68B7E1A6}">
      <dgm:prSet/>
      <dgm:spPr/>
      <dgm:t>
        <a:bodyPr/>
        <a:lstStyle/>
        <a:p>
          <a:r>
            <a:rPr lang="en-US" dirty="0"/>
            <a:t>Unique attackers</a:t>
          </a:r>
        </a:p>
      </dgm:t>
    </dgm:pt>
    <dgm:pt modelId="{BED9E515-5A24-47AC-AE2F-C0A8445D20D8}" type="parTrans" cxnId="{C162D1A4-2B01-4B24-8B2E-2414841BD318}">
      <dgm:prSet/>
      <dgm:spPr/>
      <dgm:t>
        <a:bodyPr/>
        <a:lstStyle/>
        <a:p>
          <a:endParaRPr lang="en-US"/>
        </a:p>
      </dgm:t>
    </dgm:pt>
    <dgm:pt modelId="{F3C42E5E-553A-4C16-9DFF-C03DB56F8C4A}" type="sibTrans" cxnId="{C162D1A4-2B01-4B24-8B2E-2414841BD318}">
      <dgm:prSet/>
      <dgm:spPr/>
      <dgm:t>
        <a:bodyPr/>
        <a:lstStyle/>
        <a:p>
          <a:endParaRPr lang="en-US"/>
        </a:p>
      </dgm:t>
    </dgm:pt>
    <dgm:pt modelId="{113F460E-46AF-4AA4-8BFB-0F4CD0175627}">
      <dgm:prSet/>
      <dgm:spPr/>
      <dgm:t>
        <a:bodyPr/>
        <a:lstStyle/>
        <a:p>
          <a:r>
            <a:rPr lang="en-US" dirty="0"/>
            <a:t>Time range of data</a:t>
          </a:r>
        </a:p>
      </dgm:t>
    </dgm:pt>
    <dgm:pt modelId="{E081CFE8-D6E7-45AE-95D1-691BCD7A266A}" type="parTrans" cxnId="{FC896CAA-F915-4420-A118-E7DBBE98147D}">
      <dgm:prSet/>
      <dgm:spPr/>
      <dgm:t>
        <a:bodyPr/>
        <a:lstStyle/>
        <a:p>
          <a:endParaRPr lang="en-US"/>
        </a:p>
      </dgm:t>
    </dgm:pt>
    <dgm:pt modelId="{C6425D42-0DCC-44E2-AD45-71EA1CC1347C}" type="sibTrans" cxnId="{FC896CAA-F915-4420-A118-E7DBBE98147D}">
      <dgm:prSet/>
      <dgm:spPr/>
      <dgm:t>
        <a:bodyPr/>
        <a:lstStyle/>
        <a:p>
          <a:endParaRPr lang="en-US"/>
        </a:p>
      </dgm:t>
    </dgm:pt>
    <dgm:pt modelId="{26A39BF4-89B9-46CB-B144-46E6572632D9}">
      <dgm:prSet/>
      <dgm:spPr/>
      <dgm:t>
        <a:bodyPr/>
        <a:lstStyle/>
        <a:p>
          <a:r>
            <a:rPr lang="en-US" dirty="0"/>
            <a:t>Highlight concentration areas (China, Russia, etc.)</a:t>
          </a:r>
        </a:p>
      </dgm:t>
    </dgm:pt>
    <dgm:pt modelId="{CE76C8C1-103A-4D26-BE13-1D8BCB9FA83B}" type="parTrans" cxnId="{81214019-F4AC-4D2C-87B4-043B43588195}">
      <dgm:prSet/>
      <dgm:spPr/>
      <dgm:t>
        <a:bodyPr/>
        <a:lstStyle/>
        <a:p>
          <a:endParaRPr lang="en-US"/>
        </a:p>
      </dgm:t>
    </dgm:pt>
    <dgm:pt modelId="{EAD86185-EAB0-4657-8EB9-E482D989BBE1}" type="sibTrans" cxnId="{81214019-F4AC-4D2C-87B4-043B43588195}">
      <dgm:prSet/>
      <dgm:spPr/>
      <dgm:t>
        <a:bodyPr/>
        <a:lstStyle/>
        <a:p>
          <a:endParaRPr lang="en-US"/>
        </a:p>
      </dgm:t>
    </dgm:pt>
    <dgm:pt modelId="{FB6AB1F1-0024-489E-A1B4-C535565306A2}">
      <dgm:prSet/>
      <dgm:spPr/>
      <dgm:t>
        <a:bodyPr/>
        <a:lstStyle/>
        <a:p>
          <a:r>
            <a:rPr lang="en-US" dirty="0"/>
            <a:t>Click markers to </a:t>
          </a:r>
          <a:r>
            <a:rPr lang="en-US"/>
            <a:t>show details</a:t>
          </a:r>
          <a:endParaRPr lang="en-US" dirty="0"/>
        </a:p>
      </dgm:t>
    </dgm:pt>
    <dgm:pt modelId="{6901BA65-1BA0-49D2-90E5-6AEDCB332F7A}" type="parTrans" cxnId="{08AD6A40-A6CD-4F1C-A0E7-D0EB704CECEC}">
      <dgm:prSet/>
      <dgm:spPr/>
      <dgm:t>
        <a:bodyPr/>
        <a:lstStyle/>
        <a:p>
          <a:endParaRPr lang="en-US"/>
        </a:p>
      </dgm:t>
    </dgm:pt>
    <dgm:pt modelId="{6ECEF405-96DA-4603-86D9-A5444D9FAF78}" type="sibTrans" cxnId="{08AD6A40-A6CD-4F1C-A0E7-D0EB704CECEC}">
      <dgm:prSet/>
      <dgm:spPr/>
      <dgm:t>
        <a:bodyPr/>
        <a:lstStyle/>
        <a:p>
          <a:endParaRPr lang="en-US"/>
        </a:p>
      </dgm:t>
    </dgm:pt>
    <dgm:pt modelId="{2A7447E1-C4B6-4EA3-9E8E-E01B2F19613C}">
      <dgm:prSet/>
      <dgm:spPr/>
      <dgm:t>
        <a:bodyPr/>
        <a:lstStyle/>
        <a:p>
          <a:r>
            <a:rPr lang="en-US" dirty="0"/>
            <a:t>Point out peak activity periods</a:t>
          </a:r>
        </a:p>
      </dgm:t>
    </dgm:pt>
    <dgm:pt modelId="{A58B609F-8589-49B2-A141-BBB1BA3E6B38}" type="parTrans" cxnId="{0173B3E1-15F3-43AF-A006-6B65CF31649B}">
      <dgm:prSet/>
      <dgm:spPr/>
      <dgm:t>
        <a:bodyPr/>
        <a:lstStyle/>
        <a:p>
          <a:endParaRPr lang="en-US"/>
        </a:p>
      </dgm:t>
    </dgm:pt>
    <dgm:pt modelId="{22B2B0F4-5D27-4D46-B5A4-D5F12865D9BE}" type="sibTrans" cxnId="{0173B3E1-15F3-43AF-A006-6B65CF31649B}">
      <dgm:prSet/>
      <dgm:spPr/>
      <dgm:t>
        <a:bodyPr/>
        <a:lstStyle/>
        <a:p>
          <a:endParaRPr lang="en-US"/>
        </a:p>
      </dgm:t>
    </dgm:pt>
    <dgm:pt modelId="{F4EC7262-D4A0-42C0-9E87-4936457B33EB}">
      <dgm:prSet/>
      <dgm:spPr/>
      <dgm:t>
        <a:bodyPr/>
        <a:lstStyle/>
        <a:p>
          <a:r>
            <a:rPr lang="en-US" dirty="0"/>
            <a:t>Discuss 24/7 </a:t>
          </a:r>
          <a:r>
            <a:rPr lang="en-US"/>
            <a:t>automated scanning</a:t>
          </a:r>
          <a:endParaRPr lang="en-US" dirty="0"/>
        </a:p>
      </dgm:t>
    </dgm:pt>
    <dgm:pt modelId="{3D3793D6-C948-4758-8531-33739F498D7F}" type="parTrans" cxnId="{47342EE1-4441-4E04-AF4B-00BEA30039CA}">
      <dgm:prSet/>
      <dgm:spPr/>
      <dgm:t>
        <a:bodyPr/>
        <a:lstStyle/>
        <a:p>
          <a:endParaRPr lang="en-US"/>
        </a:p>
      </dgm:t>
    </dgm:pt>
    <dgm:pt modelId="{B868CD04-C2F1-4FB4-BDAA-26FD58058870}" type="sibTrans" cxnId="{47342EE1-4441-4E04-AF4B-00BEA30039CA}">
      <dgm:prSet/>
      <dgm:spPr/>
      <dgm:t>
        <a:bodyPr/>
        <a:lstStyle/>
        <a:p>
          <a:endParaRPr lang="en-US"/>
        </a:p>
      </dgm:t>
    </dgm:pt>
    <dgm:pt modelId="{7F961AC6-B64E-40FC-9D70-B04B8B625F90}" type="pres">
      <dgm:prSet presAssocID="{A44A6FFB-321F-4858-86C0-AED37E133F07}" presName="linearFlow" presStyleCnt="0">
        <dgm:presLayoutVars>
          <dgm:dir/>
          <dgm:animLvl val="lvl"/>
          <dgm:resizeHandles val="exact"/>
        </dgm:presLayoutVars>
      </dgm:prSet>
      <dgm:spPr/>
    </dgm:pt>
    <dgm:pt modelId="{CFBF3145-16ED-4AA9-9DEA-69A2095CE7D8}" type="pres">
      <dgm:prSet presAssocID="{69DBDA1A-5751-4A59-BFB7-0EE50F019137}" presName="composite" presStyleCnt="0"/>
      <dgm:spPr/>
    </dgm:pt>
    <dgm:pt modelId="{C4670C75-2C9E-47EE-8F77-16A13F5C5158}" type="pres">
      <dgm:prSet presAssocID="{69DBDA1A-5751-4A59-BFB7-0EE50F019137}" presName="parentText" presStyleLbl="alignNode1" presStyleIdx="0" presStyleCnt="3">
        <dgm:presLayoutVars>
          <dgm:chMax val="1"/>
          <dgm:bulletEnabled val="1"/>
        </dgm:presLayoutVars>
      </dgm:prSet>
      <dgm:spPr/>
    </dgm:pt>
    <dgm:pt modelId="{D9B93B62-A775-4F52-8A92-CD807C3B937D}" type="pres">
      <dgm:prSet presAssocID="{69DBDA1A-5751-4A59-BFB7-0EE50F019137}" presName="descendantText" presStyleLbl="alignAcc1" presStyleIdx="0" presStyleCnt="3">
        <dgm:presLayoutVars>
          <dgm:bulletEnabled val="1"/>
        </dgm:presLayoutVars>
      </dgm:prSet>
      <dgm:spPr/>
    </dgm:pt>
    <dgm:pt modelId="{58DE8620-4F8A-4A05-8BF3-9DE27D7157E0}" type="pres">
      <dgm:prSet presAssocID="{D98BCC05-B4DC-4695-8B39-6A6525BF3D4D}" presName="sp" presStyleCnt="0"/>
      <dgm:spPr/>
    </dgm:pt>
    <dgm:pt modelId="{A990BA2B-277A-49AB-8C3A-F84C791AC215}" type="pres">
      <dgm:prSet presAssocID="{EDDACC39-2291-468A-ABA3-85A0BD4DF1FA}" presName="composite" presStyleCnt="0"/>
      <dgm:spPr/>
    </dgm:pt>
    <dgm:pt modelId="{EC43BF34-B401-4C8D-AB13-70244961DC47}" type="pres">
      <dgm:prSet presAssocID="{EDDACC39-2291-468A-ABA3-85A0BD4DF1FA}" presName="parentText" presStyleLbl="alignNode1" presStyleIdx="1" presStyleCnt="3">
        <dgm:presLayoutVars>
          <dgm:chMax val="1"/>
          <dgm:bulletEnabled val="1"/>
        </dgm:presLayoutVars>
      </dgm:prSet>
      <dgm:spPr/>
    </dgm:pt>
    <dgm:pt modelId="{671AC60F-1DD4-496D-875E-3DEFB3C0B5C4}" type="pres">
      <dgm:prSet presAssocID="{EDDACC39-2291-468A-ABA3-85A0BD4DF1FA}" presName="descendantText" presStyleLbl="alignAcc1" presStyleIdx="1" presStyleCnt="3">
        <dgm:presLayoutVars>
          <dgm:bulletEnabled val="1"/>
        </dgm:presLayoutVars>
      </dgm:prSet>
      <dgm:spPr/>
    </dgm:pt>
    <dgm:pt modelId="{A5CF6ABE-9DC5-4E71-8C52-96D9BEC4596E}" type="pres">
      <dgm:prSet presAssocID="{E3F8F04A-CAE1-45A1-BA22-4741453B66F6}" presName="sp" presStyleCnt="0"/>
      <dgm:spPr/>
    </dgm:pt>
    <dgm:pt modelId="{5314016D-7165-4B73-BB0A-9EECCD898A47}" type="pres">
      <dgm:prSet presAssocID="{A8E4AE49-8E82-4BBF-BEC6-7921883738A7}" presName="composite" presStyleCnt="0"/>
      <dgm:spPr/>
    </dgm:pt>
    <dgm:pt modelId="{CEA26BBA-D0F3-4A6B-8614-288BE01CAB8E}" type="pres">
      <dgm:prSet presAssocID="{A8E4AE49-8E82-4BBF-BEC6-7921883738A7}" presName="parentText" presStyleLbl="alignNode1" presStyleIdx="2" presStyleCnt="3">
        <dgm:presLayoutVars>
          <dgm:chMax val="1"/>
          <dgm:bulletEnabled val="1"/>
        </dgm:presLayoutVars>
      </dgm:prSet>
      <dgm:spPr/>
    </dgm:pt>
    <dgm:pt modelId="{71D197A3-A0FB-48EC-A67C-003AA660B94A}" type="pres">
      <dgm:prSet presAssocID="{A8E4AE49-8E82-4BBF-BEC6-7921883738A7}" presName="descendantText" presStyleLbl="alignAcc1" presStyleIdx="2" presStyleCnt="3">
        <dgm:presLayoutVars>
          <dgm:bulletEnabled val="1"/>
        </dgm:presLayoutVars>
      </dgm:prSet>
      <dgm:spPr/>
    </dgm:pt>
  </dgm:ptLst>
  <dgm:cxnLst>
    <dgm:cxn modelId="{81214019-F4AC-4D2C-87B4-043B43588195}" srcId="{EDDACC39-2291-468A-ABA3-85A0BD4DF1FA}" destId="{26A39BF4-89B9-46CB-B144-46E6572632D9}" srcOrd="1" destOrd="0" parTransId="{CE76C8C1-103A-4D26-BE13-1D8BCB9FA83B}" sibTransId="{EAD86185-EAB0-4657-8EB9-E482D989BBE1}"/>
    <dgm:cxn modelId="{6966CF2C-1FB1-4B4E-B9E5-504964D4197F}" type="presOf" srcId="{3C8A2EBC-D454-4C44-83BD-2BBA68B7E1A6}" destId="{D9B93B62-A775-4F52-8A92-CD807C3B937D}" srcOrd="0" destOrd="2" presId="urn:microsoft.com/office/officeart/2005/8/layout/chevron2"/>
    <dgm:cxn modelId="{77939333-42FB-48E6-82F5-AA11028F2C04}" type="presOf" srcId="{B45E640F-70CC-4D4F-9160-C5D7105DBB50}" destId="{71D197A3-A0FB-48EC-A67C-003AA660B94A}" srcOrd="0" destOrd="0" presId="urn:microsoft.com/office/officeart/2005/8/layout/chevron2"/>
    <dgm:cxn modelId="{CC21C037-0E8A-4ABB-B287-98F913B1C12B}" type="presOf" srcId="{A44A6FFB-321F-4858-86C0-AED37E133F07}" destId="{7F961AC6-B64E-40FC-9D70-B04B8B625F90}" srcOrd="0" destOrd="0" presId="urn:microsoft.com/office/officeart/2005/8/layout/chevron2"/>
    <dgm:cxn modelId="{08AD6A40-A6CD-4F1C-A0E7-D0EB704CECEC}" srcId="{EDDACC39-2291-468A-ABA3-85A0BD4DF1FA}" destId="{FB6AB1F1-0024-489E-A1B4-C535565306A2}" srcOrd="2" destOrd="0" parTransId="{6901BA65-1BA0-49D2-90E5-6AEDCB332F7A}" sibTransId="{6ECEF405-96DA-4603-86D9-A5444D9FAF78}"/>
    <dgm:cxn modelId="{55EA6064-858D-4A32-A574-5B9512A66B83}" type="presOf" srcId="{EDDACC39-2291-468A-ABA3-85A0BD4DF1FA}" destId="{EC43BF34-B401-4C8D-AB13-70244961DC47}" srcOrd="0" destOrd="0" presId="urn:microsoft.com/office/officeart/2005/8/layout/chevron2"/>
    <dgm:cxn modelId="{CC71CD48-2265-467B-9358-9DDE2EC4051E}" type="presOf" srcId="{113F460E-46AF-4AA4-8BFB-0F4CD0175627}" destId="{D9B93B62-A775-4F52-8A92-CD807C3B937D}" srcOrd="0" destOrd="3" presId="urn:microsoft.com/office/officeart/2005/8/layout/chevron2"/>
    <dgm:cxn modelId="{FBB49E4E-F593-4587-BF84-EC57BF392F98}" type="presOf" srcId="{69DBDA1A-5751-4A59-BFB7-0EE50F019137}" destId="{C4670C75-2C9E-47EE-8F77-16A13F5C5158}" srcOrd="0" destOrd="0" presId="urn:microsoft.com/office/officeart/2005/8/layout/chevron2"/>
    <dgm:cxn modelId="{93541171-4C57-4C01-B4D3-00AE952C3CE7}" type="presOf" srcId="{FB6AB1F1-0024-489E-A1B4-C535565306A2}" destId="{671AC60F-1DD4-496D-875E-3DEFB3C0B5C4}" srcOrd="0" destOrd="2" presId="urn:microsoft.com/office/officeart/2005/8/layout/chevron2"/>
    <dgm:cxn modelId="{B12C1576-93D3-4863-B07E-7250AEEAB4EE}" type="presOf" srcId="{14B281C6-B94A-495D-8E73-8C06F97EF2F2}" destId="{D9B93B62-A775-4F52-8A92-CD807C3B937D}" srcOrd="0" destOrd="1" presId="urn:microsoft.com/office/officeart/2005/8/layout/chevron2"/>
    <dgm:cxn modelId="{68DDF959-3CEA-49FE-BFCB-A38A1FE5C5A2}" srcId="{69DBDA1A-5751-4A59-BFB7-0EE50F019137}" destId="{C5297814-8443-4DAB-B1F4-F20FD8CED763}" srcOrd="0" destOrd="0" parTransId="{72501219-B23D-4E2C-8B45-E91EE8EA5350}" sibTransId="{103FCECB-34BB-426E-BCA0-0F89F3D1644C}"/>
    <dgm:cxn modelId="{4BA61D7B-7C23-45F2-AB02-3402B4792CBF}" srcId="{EDDACC39-2291-468A-ABA3-85A0BD4DF1FA}" destId="{D1BF3DE6-0CCE-4E68-B7C3-9F33CCC6955D}" srcOrd="0" destOrd="0" parTransId="{A5D78275-F3B7-471E-9267-A4B4A39C8963}" sibTransId="{CEF4BB2E-3013-4170-AA22-22D6C7B5221A}"/>
    <dgm:cxn modelId="{2B6A447C-0224-4E38-B0DE-8881BBC5C7FF}" type="presOf" srcId="{C5297814-8443-4DAB-B1F4-F20FD8CED763}" destId="{D9B93B62-A775-4F52-8A92-CD807C3B937D}" srcOrd="0" destOrd="0" presId="urn:microsoft.com/office/officeart/2005/8/layout/chevron2"/>
    <dgm:cxn modelId="{37E0378D-FC16-4D0E-90A5-20461BD36328}" type="presOf" srcId="{26A39BF4-89B9-46CB-B144-46E6572632D9}" destId="{671AC60F-1DD4-496D-875E-3DEFB3C0B5C4}" srcOrd="0" destOrd="1" presId="urn:microsoft.com/office/officeart/2005/8/layout/chevron2"/>
    <dgm:cxn modelId="{056CBD98-D949-4A0B-BA9B-6A063C297732}" type="presOf" srcId="{D1BF3DE6-0CCE-4E68-B7C3-9F33CCC6955D}" destId="{671AC60F-1DD4-496D-875E-3DEFB3C0B5C4}" srcOrd="0" destOrd="0" presId="urn:microsoft.com/office/officeart/2005/8/layout/chevron2"/>
    <dgm:cxn modelId="{1DF85D9C-DEFB-4E04-8406-4C6BD832348E}" srcId="{A8E4AE49-8E82-4BBF-BEC6-7921883738A7}" destId="{B45E640F-70CC-4D4F-9160-C5D7105DBB50}" srcOrd="0" destOrd="0" parTransId="{2A09453B-098B-4852-9627-B0008C9CCE55}" sibTransId="{3AC875F1-9ED2-47A2-BE7A-A490F9256C9F}"/>
    <dgm:cxn modelId="{C162D1A4-2B01-4B24-8B2E-2414841BD318}" srcId="{69DBDA1A-5751-4A59-BFB7-0EE50F019137}" destId="{3C8A2EBC-D454-4C44-83BD-2BBA68B7E1A6}" srcOrd="2" destOrd="0" parTransId="{BED9E515-5A24-47AC-AE2F-C0A8445D20D8}" sibTransId="{F3C42E5E-553A-4C16-9DFF-C03DB56F8C4A}"/>
    <dgm:cxn modelId="{FC896CAA-F915-4420-A118-E7DBBE98147D}" srcId="{69DBDA1A-5751-4A59-BFB7-0EE50F019137}" destId="{113F460E-46AF-4AA4-8BFB-0F4CD0175627}" srcOrd="3" destOrd="0" parTransId="{E081CFE8-D6E7-45AE-95D1-691BCD7A266A}" sibTransId="{C6425D42-0DCC-44E2-AD45-71EA1CC1347C}"/>
    <dgm:cxn modelId="{7EB812B2-4253-43B3-AC0D-63CEA4922D7B}" type="presOf" srcId="{F4EC7262-D4A0-42C0-9E87-4936457B33EB}" destId="{71D197A3-A0FB-48EC-A67C-003AA660B94A}" srcOrd="0" destOrd="2" presId="urn:microsoft.com/office/officeart/2005/8/layout/chevron2"/>
    <dgm:cxn modelId="{052CDDB3-8954-4BDD-9756-F9FA7D7FEF74}" srcId="{A44A6FFB-321F-4858-86C0-AED37E133F07}" destId="{A8E4AE49-8E82-4BBF-BEC6-7921883738A7}" srcOrd="2" destOrd="0" parTransId="{F766E513-10CD-4E21-9A31-89060DC675C4}" sibTransId="{131B0A8B-DBBD-4C22-9E09-43E5C6303D97}"/>
    <dgm:cxn modelId="{603AF7B6-F17B-4E27-9446-98D40B1D61F5}" type="presOf" srcId="{A8E4AE49-8E82-4BBF-BEC6-7921883738A7}" destId="{CEA26BBA-D0F3-4A6B-8614-288BE01CAB8E}" srcOrd="0" destOrd="0" presId="urn:microsoft.com/office/officeart/2005/8/layout/chevron2"/>
    <dgm:cxn modelId="{BF0AFAB9-1961-4182-B60C-C9CE0BB66102}" srcId="{A44A6FFB-321F-4858-86C0-AED37E133F07}" destId="{EDDACC39-2291-468A-ABA3-85A0BD4DF1FA}" srcOrd="1" destOrd="0" parTransId="{DC4F5E11-2478-41A1-9630-23D1C1CCDDC7}" sibTransId="{E3F8F04A-CAE1-45A1-BA22-4741453B66F6}"/>
    <dgm:cxn modelId="{E796C2BD-F962-4333-BE4F-2880821971E6}" type="presOf" srcId="{2A7447E1-C4B6-4EA3-9E8E-E01B2F19613C}" destId="{71D197A3-A0FB-48EC-A67C-003AA660B94A}" srcOrd="0" destOrd="1" presId="urn:microsoft.com/office/officeart/2005/8/layout/chevron2"/>
    <dgm:cxn modelId="{CAC88CDB-FCB2-42F8-9C18-33ECEE0E56C6}" srcId="{A44A6FFB-321F-4858-86C0-AED37E133F07}" destId="{69DBDA1A-5751-4A59-BFB7-0EE50F019137}" srcOrd="0" destOrd="0" parTransId="{8BA5BEE1-3A0E-4084-A500-7540162FA415}" sibTransId="{D98BCC05-B4DC-4695-8B39-6A6525BF3D4D}"/>
    <dgm:cxn modelId="{47342EE1-4441-4E04-AF4B-00BEA30039CA}" srcId="{A8E4AE49-8E82-4BBF-BEC6-7921883738A7}" destId="{F4EC7262-D4A0-42C0-9E87-4936457B33EB}" srcOrd="2" destOrd="0" parTransId="{3D3793D6-C948-4758-8531-33739F498D7F}" sibTransId="{B868CD04-C2F1-4FB4-BDAA-26FD58058870}"/>
    <dgm:cxn modelId="{0173B3E1-15F3-43AF-A006-6B65CF31649B}" srcId="{A8E4AE49-8E82-4BBF-BEC6-7921883738A7}" destId="{2A7447E1-C4B6-4EA3-9E8E-E01B2F19613C}" srcOrd="1" destOrd="0" parTransId="{A58B609F-8589-49B2-A141-BBB1BA3E6B38}" sibTransId="{22B2B0F4-5D27-4D46-B5A4-D5F12865D9BE}"/>
    <dgm:cxn modelId="{DA36DEF8-41CF-45CA-8F02-3D872CA69A2D}" srcId="{69DBDA1A-5751-4A59-BFB7-0EE50F019137}" destId="{14B281C6-B94A-495D-8E73-8C06F97EF2F2}" srcOrd="1" destOrd="0" parTransId="{7615001A-6FD7-444C-A2CD-D308C2928588}" sibTransId="{10B8C549-E96B-46BB-BC9B-B14380EC15C4}"/>
    <dgm:cxn modelId="{38BC9900-5F3C-48F2-A8B1-C459EE87BE1C}" type="presParOf" srcId="{7F961AC6-B64E-40FC-9D70-B04B8B625F90}" destId="{CFBF3145-16ED-4AA9-9DEA-69A2095CE7D8}" srcOrd="0" destOrd="0" presId="urn:microsoft.com/office/officeart/2005/8/layout/chevron2"/>
    <dgm:cxn modelId="{FA70E16A-1A45-4640-8827-8116C4F34EBE}" type="presParOf" srcId="{CFBF3145-16ED-4AA9-9DEA-69A2095CE7D8}" destId="{C4670C75-2C9E-47EE-8F77-16A13F5C5158}" srcOrd="0" destOrd="0" presId="urn:microsoft.com/office/officeart/2005/8/layout/chevron2"/>
    <dgm:cxn modelId="{71EDBD1A-2A55-4C9E-821D-773C534CD839}" type="presParOf" srcId="{CFBF3145-16ED-4AA9-9DEA-69A2095CE7D8}" destId="{D9B93B62-A775-4F52-8A92-CD807C3B937D}" srcOrd="1" destOrd="0" presId="urn:microsoft.com/office/officeart/2005/8/layout/chevron2"/>
    <dgm:cxn modelId="{535B35A5-05F1-4686-89C5-4B63D0CF274E}" type="presParOf" srcId="{7F961AC6-B64E-40FC-9D70-B04B8B625F90}" destId="{58DE8620-4F8A-4A05-8BF3-9DE27D7157E0}" srcOrd="1" destOrd="0" presId="urn:microsoft.com/office/officeart/2005/8/layout/chevron2"/>
    <dgm:cxn modelId="{BE03DEC2-D239-4AA9-B771-DAFCB8186743}" type="presParOf" srcId="{7F961AC6-B64E-40FC-9D70-B04B8B625F90}" destId="{A990BA2B-277A-49AB-8C3A-F84C791AC215}" srcOrd="2" destOrd="0" presId="urn:microsoft.com/office/officeart/2005/8/layout/chevron2"/>
    <dgm:cxn modelId="{B856B28C-DC2B-4364-BAB2-FCA986D9993B}" type="presParOf" srcId="{A990BA2B-277A-49AB-8C3A-F84C791AC215}" destId="{EC43BF34-B401-4C8D-AB13-70244961DC47}" srcOrd="0" destOrd="0" presId="urn:microsoft.com/office/officeart/2005/8/layout/chevron2"/>
    <dgm:cxn modelId="{8AA811F0-B564-4CDC-BA02-EE366383AC28}" type="presParOf" srcId="{A990BA2B-277A-49AB-8C3A-F84C791AC215}" destId="{671AC60F-1DD4-496D-875E-3DEFB3C0B5C4}" srcOrd="1" destOrd="0" presId="urn:microsoft.com/office/officeart/2005/8/layout/chevron2"/>
    <dgm:cxn modelId="{916CBA42-0884-4341-85F8-504FA7301A2B}" type="presParOf" srcId="{7F961AC6-B64E-40FC-9D70-B04B8B625F90}" destId="{A5CF6ABE-9DC5-4E71-8C52-96D9BEC4596E}" srcOrd="3" destOrd="0" presId="urn:microsoft.com/office/officeart/2005/8/layout/chevron2"/>
    <dgm:cxn modelId="{A2FD2BC6-416B-4106-93F7-CA058772314E}" type="presParOf" srcId="{7F961AC6-B64E-40FC-9D70-B04B8B625F90}" destId="{5314016D-7165-4B73-BB0A-9EECCD898A47}" srcOrd="4" destOrd="0" presId="urn:microsoft.com/office/officeart/2005/8/layout/chevron2"/>
    <dgm:cxn modelId="{2B0260BF-AFD1-4BE0-83C9-BC45EEED9349}" type="presParOf" srcId="{5314016D-7165-4B73-BB0A-9EECCD898A47}" destId="{CEA26BBA-D0F3-4A6B-8614-288BE01CAB8E}" srcOrd="0" destOrd="0" presId="urn:microsoft.com/office/officeart/2005/8/layout/chevron2"/>
    <dgm:cxn modelId="{2B4BFE71-2FE4-4B19-B5F8-141EC26265F9}" type="presParOf" srcId="{5314016D-7165-4B73-BB0A-9EECCD898A47}" destId="{71D197A3-A0FB-48EC-A67C-003AA660B94A}" srcOrd="1" destOrd="0" presId="urn:microsoft.com/office/officeart/2005/8/layout/chevron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4.xml><?xml version="1.0" encoding="utf-8"?>
<dgm:dataModel xmlns:dgm="http://schemas.openxmlformats.org/drawingml/2006/diagram" xmlns:a="http://schemas.openxmlformats.org/drawingml/2006/main">
  <dgm:ptLst>
    <dgm:pt modelId="{A44A6FFB-321F-4858-86C0-AED37E133F07}" type="doc">
      <dgm:prSet loTypeId="urn:microsoft.com/office/officeart/2005/8/layout/chevron2" loCatId="process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69DBDA1A-5751-4A59-BFB7-0EE50F019137}">
      <dgm:prSet phldrT="[Text]"/>
      <dgm:spPr/>
      <dgm:t>
        <a:bodyPr/>
        <a:lstStyle/>
        <a:p>
          <a:r>
            <a:rPr lang="en-US"/>
            <a:t>Credential Analysis</a:t>
          </a:r>
          <a:endParaRPr lang="en-US" dirty="0"/>
        </a:p>
      </dgm:t>
    </dgm:pt>
    <dgm:pt modelId="{8BA5BEE1-3A0E-4084-A500-7540162FA415}" type="parTrans" cxnId="{CAC88CDB-FCB2-42F8-9C18-33ECEE0E56C6}">
      <dgm:prSet/>
      <dgm:spPr/>
      <dgm:t>
        <a:bodyPr/>
        <a:lstStyle/>
        <a:p>
          <a:endParaRPr lang="en-US"/>
        </a:p>
      </dgm:t>
    </dgm:pt>
    <dgm:pt modelId="{D98BCC05-B4DC-4695-8B39-6A6525BF3D4D}" type="sibTrans" cxnId="{CAC88CDB-FCB2-42F8-9C18-33ECEE0E56C6}">
      <dgm:prSet/>
      <dgm:spPr/>
      <dgm:t>
        <a:bodyPr/>
        <a:lstStyle/>
        <a:p>
          <a:endParaRPr lang="en-US"/>
        </a:p>
      </dgm:t>
    </dgm:pt>
    <dgm:pt modelId="{C5297814-8443-4DAB-B1F4-F20FD8CED763}">
      <dgm:prSet phldrT="[Text]"/>
      <dgm:spPr/>
      <dgm:t>
        <a:bodyPr/>
        <a:lstStyle/>
        <a:p>
          <a:r>
            <a:rPr lang="en-US"/>
            <a:t>Most common username/password combinations</a:t>
          </a:r>
          <a:endParaRPr lang="en-US" dirty="0"/>
        </a:p>
      </dgm:t>
    </dgm:pt>
    <dgm:pt modelId="{72501219-B23D-4E2C-8B45-E91EE8EA5350}" type="parTrans" cxnId="{68DDF959-3CEA-49FE-BFCB-A38A1FE5C5A2}">
      <dgm:prSet/>
      <dgm:spPr/>
      <dgm:t>
        <a:bodyPr/>
        <a:lstStyle/>
        <a:p>
          <a:endParaRPr lang="en-US"/>
        </a:p>
      </dgm:t>
    </dgm:pt>
    <dgm:pt modelId="{103FCECB-34BB-426E-BCA0-0F89F3D1644C}" type="sibTrans" cxnId="{68DDF959-3CEA-49FE-BFCB-A38A1FE5C5A2}">
      <dgm:prSet/>
      <dgm:spPr/>
      <dgm:t>
        <a:bodyPr/>
        <a:lstStyle/>
        <a:p>
          <a:endParaRPr lang="en-US"/>
        </a:p>
      </dgm:t>
    </dgm:pt>
    <dgm:pt modelId="{EDDACC39-2291-468A-ABA3-85A0BD4DF1FA}">
      <dgm:prSet phldrT="[Text]"/>
      <dgm:spPr/>
      <dgm:t>
        <a:bodyPr/>
        <a:lstStyle/>
        <a:p>
          <a:r>
            <a:rPr lang="en-US"/>
            <a:t>Command Analysis</a:t>
          </a:r>
          <a:endParaRPr lang="en-US" dirty="0"/>
        </a:p>
      </dgm:t>
    </dgm:pt>
    <dgm:pt modelId="{DC4F5E11-2478-41A1-9630-23D1C1CCDDC7}" type="parTrans" cxnId="{BF0AFAB9-1961-4182-B60C-C9CE0BB66102}">
      <dgm:prSet/>
      <dgm:spPr/>
      <dgm:t>
        <a:bodyPr/>
        <a:lstStyle/>
        <a:p>
          <a:endParaRPr lang="en-US"/>
        </a:p>
      </dgm:t>
    </dgm:pt>
    <dgm:pt modelId="{E3F8F04A-CAE1-45A1-BA22-4741453B66F6}" type="sibTrans" cxnId="{BF0AFAB9-1961-4182-B60C-C9CE0BB66102}">
      <dgm:prSet/>
      <dgm:spPr/>
      <dgm:t>
        <a:bodyPr/>
        <a:lstStyle/>
        <a:p>
          <a:endParaRPr lang="en-US"/>
        </a:p>
      </dgm:t>
    </dgm:pt>
    <dgm:pt modelId="{D1BF3DE6-0CCE-4E68-B7C3-9F33CCC6955D}">
      <dgm:prSet phldrT="[Text]"/>
      <dgm:spPr/>
      <dgm:t>
        <a:bodyPr/>
        <a:lstStyle/>
        <a:p>
          <a:r>
            <a:rPr lang="en-US"/>
            <a:t>Show what attackers try to execute</a:t>
          </a:r>
          <a:endParaRPr lang="en-US" dirty="0"/>
        </a:p>
      </dgm:t>
    </dgm:pt>
    <dgm:pt modelId="{A5D78275-F3B7-471E-9267-A4B4A39C8963}" type="parTrans" cxnId="{4BA61D7B-7C23-45F2-AB02-3402B4792CBF}">
      <dgm:prSet/>
      <dgm:spPr/>
      <dgm:t>
        <a:bodyPr/>
        <a:lstStyle/>
        <a:p>
          <a:endParaRPr lang="en-US"/>
        </a:p>
      </dgm:t>
    </dgm:pt>
    <dgm:pt modelId="{CEF4BB2E-3013-4170-AA22-22D6C7B5221A}" type="sibTrans" cxnId="{4BA61D7B-7C23-45F2-AB02-3402B4792CBF}">
      <dgm:prSet/>
      <dgm:spPr/>
      <dgm:t>
        <a:bodyPr/>
        <a:lstStyle/>
        <a:p>
          <a:endParaRPr lang="en-US"/>
        </a:p>
      </dgm:t>
    </dgm:pt>
    <dgm:pt modelId="{383173DB-459C-43F9-9C86-8ED53B06D38B}">
      <dgm:prSet/>
      <dgm:spPr/>
      <dgm:t>
        <a:bodyPr/>
        <a:lstStyle/>
        <a:p>
          <a:r>
            <a:rPr lang="en-US" dirty="0"/>
            <a:t>Show predictability of bot attacks</a:t>
          </a:r>
        </a:p>
      </dgm:t>
    </dgm:pt>
    <dgm:pt modelId="{996B041F-4A4C-48D3-9034-8B3B4EBE4E42}" type="parTrans" cxnId="{21176C80-0BA6-4B19-98E4-8DE96B9E6747}">
      <dgm:prSet/>
      <dgm:spPr/>
      <dgm:t>
        <a:bodyPr/>
        <a:lstStyle/>
        <a:p>
          <a:endParaRPr lang="en-US"/>
        </a:p>
      </dgm:t>
    </dgm:pt>
    <dgm:pt modelId="{9C9AA88A-4B72-43AB-8A93-2C863B6F5C40}" type="sibTrans" cxnId="{21176C80-0BA6-4B19-98E4-8DE96B9E6747}">
      <dgm:prSet/>
      <dgm:spPr/>
      <dgm:t>
        <a:bodyPr/>
        <a:lstStyle/>
        <a:p>
          <a:endParaRPr lang="en-US"/>
        </a:p>
      </dgm:t>
    </dgm:pt>
    <dgm:pt modelId="{40E922A2-C456-4B60-8B69-E79DA57C7881}">
      <dgm:prSet/>
      <dgm:spPr/>
      <dgm:t>
        <a:bodyPr/>
        <a:lstStyle/>
        <a:p>
          <a:r>
            <a:rPr lang="en-US" dirty="0"/>
            <a:t>Discuss password security implications</a:t>
          </a:r>
        </a:p>
      </dgm:t>
    </dgm:pt>
    <dgm:pt modelId="{201C65D1-7C62-462C-84DD-8228BF834036}" type="parTrans" cxnId="{9E4D4440-2171-4F92-B97A-84700FA131FB}">
      <dgm:prSet/>
      <dgm:spPr/>
      <dgm:t>
        <a:bodyPr/>
        <a:lstStyle/>
        <a:p>
          <a:endParaRPr lang="en-US"/>
        </a:p>
      </dgm:t>
    </dgm:pt>
    <dgm:pt modelId="{1DEF3B45-3B1B-4CDE-BD75-6C8D8B99DB43}" type="sibTrans" cxnId="{9E4D4440-2171-4F92-B97A-84700FA131FB}">
      <dgm:prSet/>
      <dgm:spPr/>
      <dgm:t>
        <a:bodyPr/>
        <a:lstStyle/>
        <a:p>
          <a:endParaRPr lang="en-US"/>
        </a:p>
      </dgm:t>
    </dgm:pt>
    <dgm:pt modelId="{5107310C-AABB-49F2-BF93-6BE544F2B03C}">
      <dgm:prSet/>
      <dgm:spPr/>
      <dgm:t>
        <a:bodyPr/>
        <a:lstStyle/>
        <a:p>
          <a:r>
            <a:rPr lang="en-US" dirty="0"/>
            <a:t>Explain reconnaissance vs exploitation</a:t>
          </a:r>
        </a:p>
      </dgm:t>
    </dgm:pt>
    <dgm:pt modelId="{1F7FD463-D9FA-46A0-86AB-ED8E98C2B0A7}" type="parTrans" cxnId="{E9739158-AA8C-404A-B3B4-6E6DE8268E2B}">
      <dgm:prSet/>
      <dgm:spPr/>
      <dgm:t>
        <a:bodyPr/>
        <a:lstStyle/>
        <a:p>
          <a:endParaRPr lang="en-US"/>
        </a:p>
      </dgm:t>
    </dgm:pt>
    <dgm:pt modelId="{AB20FC20-5B4A-45ED-ACD6-2C5E2738EBD3}" type="sibTrans" cxnId="{E9739158-AA8C-404A-B3B4-6E6DE8268E2B}">
      <dgm:prSet/>
      <dgm:spPr/>
      <dgm:t>
        <a:bodyPr/>
        <a:lstStyle/>
        <a:p>
          <a:endParaRPr lang="en-US"/>
        </a:p>
      </dgm:t>
    </dgm:pt>
    <dgm:pt modelId="{32C3ED33-AF21-4C08-8D40-6B1FFDB4799F}">
      <dgm:prSet/>
      <dgm:spPr/>
      <dgm:t>
        <a:bodyPr/>
        <a:lstStyle/>
        <a:p>
          <a:r>
            <a:rPr lang="en-US" dirty="0"/>
            <a:t>Point out malware download attempts</a:t>
          </a:r>
        </a:p>
      </dgm:t>
    </dgm:pt>
    <dgm:pt modelId="{05FFCE44-53F2-4182-A9B8-EBCA13D1F7A1}" type="parTrans" cxnId="{9D8CFDDA-7E75-4F6E-8533-5110FC79C2D0}">
      <dgm:prSet/>
      <dgm:spPr/>
      <dgm:t>
        <a:bodyPr/>
        <a:lstStyle/>
        <a:p>
          <a:endParaRPr lang="en-US"/>
        </a:p>
      </dgm:t>
    </dgm:pt>
    <dgm:pt modelId="{3B66A34C-152E-4FFC-AA0A-055F7017779D}" type="sibTrans" cxnId="{9D8CFDDA-7E75-4F6E-8533-5110FC79C2D0}">
      <dgm:prSet/>
      <dgm:spPr/>
      <dgm:t>
        <a:bodyPr/>
        <a:lstStyle/>
        <a:p>
          <a:endParaRPr lang="en-US"/>
        </a:p>
      </dgm:t>
    </dgm:pt>
    <dgm:pt modelId="{7F961AC6-B64E-40FC-9D70-B04B8B625F90}" type="pres">
      <dgm:prSet presAssocID="{A44A6FFB-321F-4858-86C0-AED37E133F07}" presName="linearFlow" presStyleCnt="0">
        <dgm:presLayoutVars>
          <dgm:dir/>
          <dgm:animLvl val="lvl"/>
          <dgm:resizeHandles val="exact"/>
        </dgm:presLayoutVars>
      </dgm:prSet>
      <dgm:spPr/>
    </dgm:pt>
    <dgm:pt modelId="{CFBF3145-16ED-4AA9-9DEA-69A2095CE7D8}" type="pres">
      <dgm:prSet presAssocID="{69DBDA1A-5751-4A59-BFB7-0EE50F019137}" presName="composite" presStyleCnt="0"/>
      <dgm:spPr/>
    </dgm:pt>
    <dgm:pt modelId="{C4670C75-2C9E-47EE-8F77-16A13F5C5158}" type="pres">
      <dgm:prSet presAssocID="{69DBDA1A-5751-4A59-BFB7-0EE50F019137}" presName="parentText" presStyleLbl="alignNode1" presStyleIdx="0" presStyleCnt="2">
        <dgm:presLayoutVars>
          <dgm:chMax val="1"/>
          <dgm:bulletEnabled val="1"/>
        </dgm:presLayoutVars>
      </dgm:prSet>
      <dgm:spPr/>
    </dgm:pt>
    <dgm:pt modelId="{D9B93B62-A775-4F52-8A92-CD807C3B937D}" type="pres">
      <dgm:prSet presAssocID="{69DBDA1A-5751-4A59-BFB7-0EE50F019137}" presName="descendantText" presStyleLbl="alignAcc1" presStyleIdx="0" presStyleCnt="2">
        <dgm:presLayoutVars>
          <dgm:bulletEnabled val="1"/>
        </dgm:presLayoutVars>
      </dgm:prSet>
      <dgm:spPr/>
    </dgm:pt>
    <dgm:pt modelId="{58DE8620-4F8A-4A05-8BF3-9DE27D7157E0}" type="pres">
      <dgm:prSet presAssocID="{D98BCC05-B4DC-4695-8B39-6A6525BF3D4D}" presName="sp" presStyleCnt="0"/>
      <dgm:spPr/>
    </dgm:pt>
    <dgm:pt modelId="{A990BA2B-277A-49AB-8C3A-F84C791AC215}" type="pres">
      <dgm:prSet presAssocID="{EDDACC39-2291-468A-ABA3-85A0BD4DF1FA}" presName="composite" presStyleCnt="0"/>
      <dgm:spPr/>
    </dgm:pt>
    <dgm:pt modelId="{EC43BF34-B401-4C8D-AB13-70244961DC47}" type="pres">
      <dgm:prSet presAssocID="{EDDACC39-2291-468A-ABA3-85A0BD4DF1FA}" presName="parentText" presStyleLbl="alignNode1" presStyleIdx="1" presStyleCnt="2">
        <dgm:presLayoutVars>
          <dgm:chMax val="1"/>
          <dgm:bulletEnabled val="1"/>
        </dgm:presLayoutVars>
      </dgm:prSet>
      <dgm:spPr/>
    </dgm:pt>
    <dgm:pt modelId="{671AC60F-1DD4-496D-875E-3DEFB3C0B5C4}" type="pres">
      <dgm:prSet presAssocID="{EDDACC39-2291-468A-ABA3-85A0BD4DF1FA}" presName="descendantText" presStyleLbl="alignAcc1" presStyleIdx="1" presStyleCnt="2">
        <dgm:presLayoutVars>
          <dgm:bulletEnabled val="1"/>
        </dgm:presLayoutVars>
      </dgm:prSet>
      <dgm:spPr/>
    </dgm:pt>
  </dgm:ptLst>
  <dgm:cxnLst>
    <dgm:cxn modelId="{F3559533-A3ED-4BB4-92A1-6834328B3BDE}" type="presOf" srcId="{EDDACC39-2291-468A-ABA3-85A0BD4DF1FA}" destId="{EC43BF34-B401-4C8D-AB13-70244961DC47}" srcOrd="0" destOrd="0" presId="urn:microsoft.com/office/officeart/2005/8/layout/chevron2"/>
    <dgm:cxn modelId="{CC21C037-0E8A-4ABB-B287-98F913B1C12B}" type="presOf" srcId="{A44A6FFB-321F-4858-86C0-AED37E133F07}" destId="{7F961AC6-B64E-40FC-9D70-B04B8B625F90}" srcOrd="0" destOrd="0" presId="urn:microsoft.com/office/officeart/2005/8/layout/chevron2"/>
    <dgm:cxn modelId="{EA84333E-0531-44D1-89FD-3FF14C79D934}" type="presOf" srcId="{32C3ED33-AF21-4C08-8D40-6B1FFDB4799F}" destId="{671AC60F-1DD4-496D-875E-3DEFB3C0B5C4}" srcOrd="0" destOrd="2" presId="urn:microsoft.com/office/officeart/2005/8/layout/chevron2"/>
    <dgm:cxn modelId="{9E4D4440-2171-4F92-B97A-84700FA131FB}" srcId="{69DBDA1A-5751-4A59-BFB7-0EE50F019137}" destId="{40E922A2-C456-4B60-8B69-E79DA57C7881}" srcOrd="2" destOrd="0" parTransId="{201C65D1-7C62-462C-84DD-8228BF834036}" sibTransId="{1DEF3B45-3B1B-4CDE-BD75-6C8D8B99DB43}"/>
    <dgm:cxn modelId="{C7B75749-9E05-4430-A149-D7542A1B87CF}" type="presOf" srcId="{69DBDA1A-5751-4A59-BFB7-0EE50F019137}" destId="{C4670C75-2C9E-47EE-8F77-16A13F5C5158}" srcOrd="0" destOrd="0" presId="urn:microsoft.com/office/officeart/2005/8/layout/chevron2"/>
    <dgm:cxn modelId="{E9739158-AA8C-404A-B3B4-6E6DE8268E2B}" srcId="{EDDACC39-2291-468A-ABA3-85A0BD4DF1FA}" destId="{5107310C-AABB-49F2-BF93-6BE544F2B03C}" srcOrd="1" destOrd="0" parTransId="{1F7FD463-D9FA-46A0-86AB-ED8E98C2B0A7}" sibTransId="{AB20FC20-5B4A-45ED-ACD6-2C5E2738EBD3}"/>
    <dgm:cxn modelId="{8A169659-DA18-485A-9D5C-B0A58E0C33DC}" type="presOf" srcId="{5107310C-AABB-49F2-BF93-6BE544F2B03C}" destId="{671AC60F-1DD4-496D-875E-3DEFB3C0B5C4}" srcOrd="0" destOrd="1" presId="urn:microsoft.com/office/officeart/2005/8/layout/chevron2"/>
    <dgm:cxn modelId="{68DDF959-3CEA-49FE-BFCB-A38A1FE5C5A2}" srcId="{69DBDA1A-5751-4A59-BFB7-0EE50F019137}" destId="{C5297814-8443-4DAB-B1F4-F20FD8CED763}" srcOrd="0" destOrd="0" parTransId="{72501219-B23D-4E2C-8B45-E91EE8EA5350}" sibTransId="{103FCECB-34BB-426E-BCA0-0F89F3D1644C}"/>
    <dgm:cxn modelId="{4BA61D7B-7C23-45F2-AB02-3402B4792CBF}" srcId="{EDDACC39-2291-468A-ABA3-85A0BD4DF1FA}" destId="{D1BF3DE6-0CCE-4E68-B7C3-9F33CCC6955D}" srcOrd="0" destOrd="0" parTransId="{A5D78275-F3B7-471E-9267-A4B4A39C8963}" sibTransId="{CEF4BB2E-3013-4170-AA22-22D6C7B5221A}"/>
    <dgm:cxn modelId="{21176C80-0BA6-4B19-98E4-8DE96B9E6747}" srcId="{69DBDA1A-5751-4A59-BFB7-0EE50F019137}" destId="{383173DB-459C-43F9-9C86-8ED53B06D38B}" srcOrd="1" destOrd="0" parTransId="{996B041F-4A4C-48D3-9034-8B3B4EBE4E42}" sibTransId="{9C9AA88A-4B72-43AB-8A93-2C863B6F5C40}"/>
    <dgm:cxn modelId="{38A6CD83-EB05-43B9-A764-2A3C858F607D}" type="presOf" srcId="{C5297814-8443-4DAB-B1F4-F20FD8CED763}" destId="{D9B93B62-A775-4F52-8A92-CD807C3B937D}" srcOrd="0" destOrd="0" presId="urn:microsoft.com/office/officeart/2005/8/layout/chevron2"/>
    <dgm:cxn modelId="{3D617788-5732-40D2-95EE-D291D253D753}" type="presOf" srcId="{383173DB-459C-43F9-9C86-8ED53B06D38B}" destId="{D9B93B62-A775-4F52-8A92-CD807C3B937D}" srcOrd="0" destOrd="1" presId="urn:microsoft.com/office/officeart/2005/8/layout/chevron2"/>
    <dgm:cxn modelId="{BF0AFAB9-1961-4182-B60C-C9CE0BB66102}" srcId="{A44A6FFB-321F-4858-86C0-AED37E133F07}" destId="{EDDACC39-2291-468A-ABA3-85A0BD4DF1FA}" srcOrd="1" destOrd="0" parTransId="{DC4F5E11-2478-41A1-9630-23D1C1CCDDC7}" sibTransId="{E3F8F04A-CAE1-45A1-BA22-4741453B66F6}"/>
    <dgm:cxn modelId="{9D8CFDDA-7E75-4F6E-8533-5110FC79C2D0}" srcId="{EDDACC39-2291-468A-ABA3-85A0BD4DF1FA}" destId="{32C3ED33-AF21-4C08-8D40-6B1FFDB4799F}" srcOrd="2" destOrd="0" parTransId="{05FFCE44-53F2-4182-A9B8-EBCA13D1F7A1}" sibTransId="{3B66A34C-152E-4FFC-AA0A-055F7017779D}"/>
    <dgm:cxn modelId="{CAC88CDB-FCB2-42F8-9C18-33ECEE0E56C6}" srcId="{A44A6FFB-321F-4858-86C0-AED37E133F07}" destId="{69DBDA1A-5751-4A59-BFB7-0EE50F019137}" srcOrd="0" destOrd="0" parTransId="{8BA5BEE1-3A0E-4084-A500-7540162FA415}" sibTransId="{D98BCC05-B4DC-4695-8B39-6A6525BF3D4D}"/>
    <dgm:cxn modelId="{271D66F5-5F44-46DD-B905-6BABF185347D}" type="presOf" srcId="{40E922A2-C456-4B60-8B69-E79DA57C7881}" destId="{D9B93B62-A775-4F52-8A92-CD807C3B937D}" srcOrd="0" destOrd="2" presId="urn:microsoft.com/office/officeart/2005/8/layout/chevron2"/>
    <dgm:cxn modelId="{77EAE3FD-41FD-41B1-B79B-763E31D1C49B}" type="presOf" srcId="{D1BF3DE6-0CCE-4E68-B7C3-9F33CCC6955D}" destId="{671AC60F-1DD4-496D-875E-3DEFB3C0B5C4}" srcOrd="0" destOrd="0" presId="urn:microsoft.com/office/officeart/2005/8/layout/chevron2"/>
    <dgm:cxn modelId="{7FD0CD30-4517-4519-886C-15EEA806E52B}" type="presParOf" srcId="{7F961AC6-B64E-40FC-9D70-B04B8B625F90}" destId="{CFBF3145-16ED-4AA9-9DEA-69A2095CE7D8}" srcOrd="0" destOrd="0" presId="urn:microsoft.com/office/officeart/2005/8/layout/chevron2"/>
    <dgm:cxn modelId="{890B03F9-5C67-4F3B-939E-311101902D6D}" type="presParOf" srcId="{CFBF3145-16ED-4AA9-9DEA-69A2095CE7D8}" destId="{C4670C75-2C9E-47EE-8F77-16A13F5C5158}" srcOrd="0" destOrd="0" presId="urn:microsoft.com/office/officeart/2005/8/layout/chevron2"/>
    <dgm:cxn modelId="{EC781148-9815-44F6-922D-3EFEEB0CBF45}" type="presParOf" srcId="{CFBF3145-16ED-4AA9-9DEA-69A2095CE7D8}" destId="{D9B93B62-A775-4F52-8A92-CD807C3B937D}" srcOrd="1" destOrd="0" presId="urn:microsoft.com/office/officeart/2005/8/layout/chevron2"/>
    <dgm:cxn modelId="{CC0DCE7C-AC1B-4D91-85E8-1DD9923A98F5}" type="presParOf" srcId="{7F961AC6-B64E-40FC-9D70-B04B8B625F90}" destId="{58DE8620-4F8A-4A05-8BF3-9DE27D7157E0}" srcOrd="1" destOrd="0" presId="urn:microsoft.com/office/officeart/2005/8/layout/chevron2"/>
    <dgm:cxn modelId="{45F88A8E-4463-4AE5-AAB5-3A684EAC6AC8}" type="presParOf" srcId="{7F961AC6-B64E-40FC-9D70-B04B8B625F90}" destId="{A990BA2B-277A-49AB-8C3A-F84C791AC215}" srcOrd="2" destOrd="0" presId="urn:microsoft.com/office/officeart/2005/8/layout/chevron2"/>
    <dgm:cxn modelId="{32514F60-4838-4895-A866-CE05FFCE7952}" type="presParOf" srcId="{A990BA2B-277A-49AB-8C3A-F84C791AC215}" destId="{EC43BF34-B401-4C8D-AB13-70244961DC47}" srcOrd="0" destOrd="0" presId="urn:microsoft.com/office/officeart/2005/8/layout/chevron2"/>
    <dgm:cxn modelId="{D4C1671A-7089-48A9-9873-FECE63F9E48D}" type="presParOf" srcId="{A990BA2B-277A-49AB-8C3A-F84C791AC215}" destId="{671AC60F-1DD4-496D-875E-3DEFB3C0B5C4}" srcOrd="1" destOrd="0" presId="urn:microsoft.com/office/officeart/2005/8/layout/chevron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5.xml><?xml version="1.0" encoding="utf-8"?>
<dgm:dataModel xmlns:dgm="http://schemas.openxmlformats.org/drawingml/2006/diagram" xmlns:a="http://schemas.openxmlformats.org/drawingml/2006/main">
  <dgm:ptLst>
    <dgm:pt modelId="{1B22C475-3E54-431C-BAE4-780FA972A153}" type="doc">
      <dgm:prSet loTypeId="urn:microsoft.com/office/officeart/2005/8/layout/hierarchy3" loCatId="list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BB8EBC69-428A-4DE8-8360-FD344F045C8C}">
      <dgm:prSet phldrT="[Text]"/>
      <dgm:spPr/>
      <dgm:t>
        <a:bodyPr/>
        <a:lstStyle/>
        <a:p>
          <a:r>
            <a:rPr lang="en-US" dirty="0"/>
            <a:t>Attackers are relentless</a:t>
          </a:r>
        </a:p>
      </dgm:t>
    </dgm:pt>
    <dgm:pt modelId="{AFEAF041-059C-44AB-9A25-1BE4D6631C74}" type="parTrans" cxnId="{9ECE15CC-FD97-4AAD-8F1F-BF3C779EE66F}">
      <dgm:prSet/>
      <dgm:spPr/>
      <dgm:t>
        <a:bodyPr/>
        <a:lstStyle/>
        <a:p>
          <a:endParaRPr lang="en-US"/>
        </a:p>
      </dgm:t>
    </dgm:pt>
    <dgm:pt modelId="{AA2F1C0C-8BA3-4343-B6FC-16B66ACBA5A4}" type="sibTrans" cxnId="{9ECE15CC-FD97-4AAD-8F1F-BF3C779EE66F}">
      <dgm:prSet/>
      <dgm:spPr/>
      <dgm:t>
        <a:bodyPr/>
        <a:lstStyle/>
        <a:p>
          <a:endParaRPr lang="en-US"/>
        </a:p>
      </dgm:t>
    </dgm:pt>
    <dgm:pt modelId="{02A30BFB-6C66-4BF6-9A6B-583437EFF63E}">
      <dgm:prSet phldrT="[Text]"/>
      <dgm:spPr/>
      <dgm:t>
        <a:bodyPr/>
        <a:lstStyle/>
        <a:p>
          <a:r>
            <a:rPr lang="en-US" dirty="0"/>
            <a:t>Common credentials are dangerous</a:t>
          </a:r>
        </a:p>
      </dgm:t>
    </dgm:pt>
    <dgm:pt modelId="{1B9509B5-FD99-4F6E-9F18-890915BF42CB}" type="parTrans" cxnId="{979E7921-0F85-4109-9747-E21BDA351A70}">
      <dgm:prSet/>
      <dgm:spPr/>
      <dgm:t>
        <a:bodyPr/>
        <a:lstStyle/>
        <a:p>
          <a:endParaRPr lang="en-US"/>
        </a:p>
      </dgm:t>
    </dgm:pt>
    <dgm:pt modelId="{124445F4-F9F3-4F80-B5A7-58EF937DF6DD}" type="sibTrans" cxnId="{979E7921-0F85-4109-9747-E21BDA351A70}">
      <dgm:prSet/>
      <dgm:spPr/>
      <dgm:t>
        <a:bodyPr/>
        <a:lstStyle/>
        <a:p>
          <a:endParaRPr lang="en-US"/>
        </a:p>
      </dgm:t>
    </dgm:pt>
    <dgm:pt modelId="{F40EACEC-B206-4F9D-9156-16D688F85D8C}">
      <dgm:prSet phldrT="[Text]"/>
      <dgm:spPr/>
      <dgm:t>
        <a:bodyPr/>
        <a:lstStyle/>
        <a:p>
          <a:r>
            <a:rPr lang="en-US" dirty="0"/>
            <a:t>Real attacker IPs and techniques</a:t>
          </a:r>
        </a:p>
      </dgm:t>
    </dgm:pt>
    <dgm:pt modelId="{EBCA3D12-7BE3-4B7F-A4A7-EBD92095CBF7}" type="parTrans" cxnId="{85C71336-C3CE-4410-BCB2-43BEEBB28A8E}">
      <dgm:prSet/>
      <dgm:spPr/>
      <dgm:t>
        <a:bodyPr/>
        <a:lstStyle/>
        <a:p>
          <a:endParaRPr lang="en-US"/>
        </a:p>
      </dgm:t>
    </dgm:pt>
    <dgm:pt modelId="{29D88696-AB1A-406E-BE03-8E07E8B19141}" type="sibTrans" cxnId="{85C71336-C3CE-4410-BCB2-43BEEBB28A8E}">
      <dgm:prSet/>
      <dgm:spPr/>
      <dgm:t>
        <a:bodyPr/>
        <a:lstStyle/>
        <a:p>
          <a:endParaRPr lang="en-US"/>
        </a:p>
      </dgm:t>
    </dgm:pt>
    <dgm:pt modelId="{9E658294-511D-4D51-A994-D8C6F7DDD5E4}">
      <dgm:prSet phldrT="[Text]"/>
      <dgm:spPr/>
      <dgm:t>
        <a:bodyPr/>
        <a:lstStyle/>
        <a:p>
          <a:r>
            <a:rPr lang="en-US" dirty="0"/>
            <a:t>Malware samples for analysis</a:t>
          </a:r>
        </a:p>
      </dgm:t>
    </dgm:pt>
    <dgm:pt modelId="{473973A6-19B5-4CA9-ACE5-A6EF35C7F04F}" type="parTrans" cxnId="{BB10B663-4D40-44E5-8A56-4E67FAA707D9}">
      <dgm:prSet/>
      <dgm:spPr/>
      <dgm:t>
        <a:bodyPr/>
        <a:lstStyle/>
        <a:p>
          <a:endParaRPr lang="en-US"/>
        </a:p>
      </dgm:t>
    </dgm:pt>
    <dgm:pt modelId="{D7B0606D-A7BD-4C6C-BB1B-A387D20558A2}" type="sibTrans" cxnId="{BB10B663-4D40-44E5-8A56-4E67FAA707D9}">
      <dgm:prSet/>
      <dgm:spPr/>
      <dgm:t>
        <a:bodyPr/>
        <a:lstStyle/>
        <a:p>
          <a:endParaRPr lang="en-US"/>
        </a:p>
      </dgm:t>
    </dgm:pt>
    <dgm:pt modelId="{2B17D685-36D4-4213-BA96-AF23F00D895F}">
      <dgm:prSet/>
      <dgm:spPr/>
      <dgm:t>
        <a:bodyPr/>
        <a:lstStyle/>
        <a:p>
          <a:r>
            <a:rPr lang="en-US" dirty="0"/>
            <a:t>Attacks start within hours of deployment</a:t>
          </a:r>
        </a:p>
      </dgm:t>
    </dgm:pt>
    <dgm:pt modelId="{8971012D-BAAF-4CC4-A29D-FCBC6025FAAF}" type="parTrans" cxnId="{3F846787-19BE-4C7E-9B33-DB0376FF9D6F}">
      <dgm:prSet/>
      <dgm:spPr/>
      <dgm:t>
        <a:bodyPr/>
        <a:lstStyle/>
        <a:p>
          <a:endParaRPr lang="en-US"/>
        </a:p>
      </dgm:t>
    </dgm:pt>
    <dgm:pt modelId="{F78ECDDC-D93E-4E8E-9102-BCA5A6296C43}" type="sibTrans" cxnId="{3F846787-19BE-4C7E-9B33-DB0376FF9D6F}">
      <dgm:prSet/>
      <dgm:spPr/>
      <dgm:t>
        <a:bodyPr/>
        <a:lstStyle/>
        <a:p>
          <a:endParaRPr lang="en-US"/>
        </a:p>
      </dgm:t>
    </dgm:pt>
    <dgm:pt modelId="{9599B877-B9C4-4992-AF9B-677A5A864D1C}">
      <dgm:prSet/>
      <dgm:spPr/>
      <dgm:t>
        <a:bodyPr/>
        <a:lstStyle/>
        <a:p>
          <a:r>
            <a:rPr lang="en-US" dirty="0"/>
            <a:t>24/7 automated scanning is constant</a:t>
          </a:r>
        </a:p>
      </dgm:t>
    </dgm:pt>
    <dgm:pt modelId="{21E7A27B-C119-4E27-86E8-B9ECEB89319E}" type="parTrans" cxnId="{B1AF6965-F592-4614-955F-B43D04CB2288}">
      <dgm:prSet/>
      <dgm:spPr/>
      <dgm:t>
        <a:bodyPr/>
        <a:lstStyle/>
        <a:p>
          <a:endParaRPr lang="en-US"/>
        </a:p>
      </dgm:t>
    </dgm:pt>
    <dgm:pt modelId="{04302D58-07DC-4E7B-A78E-DB40DE3817CE}" type="sibTrans" cxnId="{B1AF6965-F592-4614-955F-B43D04CB2288}">
      <dgm:prSet/>
      <dgm:spPr/>
      <dgm:t>
        <a:bodyPr/>
        <a:lstStyle/>
        <a:p>
          <a:endParaRPr lang="en-US"/>
        </a:p>
      </dgm:t>
    </dgm:pt>
    <dgm:pt modelId="{E470B76C-44F2-46A9-8E81-B0EF1E466CFA}">
      <dgm:prSet/>
      <dgm:spPr/>
      <dgm:t>
        <a:bodyPr/>
        <a:lstStyle/>
        <a:p>
          <a:r>
            <a:rPr lang="en-US" dirty="0"/>
            <a:t>No system goes unnoticed on </a:t>
          </a:r>
          <a:r>
            <a:rPr lang="en-US"/>
            <a:t>the internet</a:t>
          </a:r>
          <a:endParaRPr lang="en-US" dirty="0"/>
        </a:p>
      </dgm:t>
    </dgm:pt>
    <dgm:pt modelId="{62905226-8FA8-4395-A6A0-EA22602444B9}" type="parTrans" cxnId="{75BD1882-EB91-4D7D-A315-48A4A4032CB4}">
      <dgm:prSet/>
      <dgm:spPr/>
      <dgm:t>
        <a:bodyPr/>
        <a:lstStyle/>
        <a:p>
          <a:endParaRPr lang="en-US"/>
        </a:p>
      </dgm:t>
    </dgm:pt>
    <dgm:pt modelId="{B4E0164D-B3A3-4301-9FF1-9D7D3FEAB4EC}" type="sibTrans" cxnId="{75BD1882-EB91-4D7D-A315-48A4A4032CB4}">
      <dgm:prSet/>
      <dgm:spPr/>
      <dgm:t>
        <a:bodyPr/>
        <a:lstStyle/>
        <a:p>
          <a:endParaRPr lang="en-US"/>
        </a:p>
      </dgm:t>
    </dgm:pt>
    <dgm:pt modelId="{4027F184-75E2-418E-9C77-C9CAD1A53331}">
      <dgm:prSet/>
      <dgm:spPr/>
      <dgm:t>
        <a:bodyPr/>
        <a:lstStyle/>
        <a:p>
          <a:r>
            <a:rPr lang="en-US" dirty="0"/>
            <a:t>Layered defense is essential</a:t>
          </a:r>
        </a:p>
      </dgm:t>
    </dgm:pt>
    <dgm:pt modelId="{ACD12523-BF51-4DD4-8A8A-C3274C592E59}" type="parTrans" cxnId="{E5AF23FC-77CD-4BBC-97DA-85A6C1CF2AD9}">
      <dgm:prSet/>
      <dgm:spPr/>
      <dgm:t>
        <a:bodyPr/>
        <a:lstStyle/>
        <a:p>
          <a:endParaRPr lang="en-US"/>
        </a:p>
      </dgm:t>
    </dgm:pt>
    <dgm:pt modelId="{06F77E79-580E-4E13-B82F-AEBB4026829C}" type="sibTrans" cxnId="{E5AF23FC-77CD-4BBC-97DA-85A6C1CF2AD9}">
      <dgm:prSet/>
      <dgm:spPr/>
      <dgm:t>
        <a:bodyPr/>
        <a:lstStyle/>
        <a:p>
          <a:endParaRPr lang="en-US"/>
        </a:p>
      </dgm:t>
    </dgm:pt>
    <dgm:pt modelId="{0D958264-272E-410F-9D29-30EE7762BAB7}">
      <dgm:prSet/>
      <dgm:spPr/>
      <dgm:t>
        <a:bodyPr/>
        <a:lstStyle/>
        <a:p>
          <a:r>
            <a:rPr lang="en-US" dirty="0"/>
            <a:t>Threat intelligence is valuable</a:t>
          </a:r>
        </a:p>
      </dgm:t>
    </dgm:pt>
    <dgm:pt modelId="{800E06B9-006E-4874-8BA5-F7E9FFED18B4}" type="parTrans" cxnId="{45599EC8-51AF-40C4-AC68-E61F59EED466}">
      <dgm:prSet/>
      <dgm:spPr/>
      <dgm:t>
        <a:bodyPr/>
        <a:lstStyle/>
        <a:p>
          <a:endParaRPr lang="en-US"/>
        </a:p>
      </dgm:t>
    </dgm:pt>
    <dgm:pt modelId="{77F11EC5-7BCE-4F8E-A2F5-6F4E7E203A6F}" type="sibTrans" cxnId="{45599EC8-51AF-40C4-AC68-E61F59EED466}">
      <dgm:prSet/>
      <dgm:spPr/>
      <dgm:t>
        <a:bodyPr/>
        <a:lstStyle/>
        <a:p>
          <a:endParaRPr lang="en-US"/>
        </a:p>
      </dgm:t>
    </dgm:pt>
    <dgm:pt modelId="{BC241EC3-FA69-41A3-8E06-25A4DB88E301}">
      <dgm:prSet phldrT="[Text]"/>
      <dgm:spPr/>
      <dgm:t>
        <a:bodyPr/>
        <a:lstStyle/>
        <a:p>
          <a:r>
            <a:rPr lang="en-US" dirty="0"/>
            <a:t>Default passwords are </a:t>
          </a:r>
          <a:r>
            <a:rPr lang="en-US"/>
            <a:t>tried first</a:t>
          </a:r>
          <a:endParaRPr lang="en-US" dirty="0"/>
        </a:p>
      </dgm:t>
    </dgm:pt>
    <dgm:pt modelId="{E7AE5385-71EE-43BB-911A-47153EB94361}" type="parTrans" cxnId="{5E041AF7-AC3E-4B86-BAE9-209B5517DE37}">
      <dgm:prSet/>
      <dgm:spPr/>
      <dgm:t>
        <a:bodyPr/>
        <a:lstStyle/>
        <a:p>
          <a:endParaRPr lang="en-US"/>
        </a:p>
      </dgm:t>
    </dgm:pt>
    <dgm:pt modelId="{5B1EAB4D-4DE8-4234-A3B7-BD61241636D6}" type="sibTrans" cxnId="{5E041AF7-AC3E-4B86-BAE9-209B5517DE37}">
      <dgm:prSet/>
      <dgm:spPr/>
      <dgm:t>
        <a:bodyPr/>
        <a:lstStyle/>
        <a:p>
          <a:endParaRPr lang="en-US"/>
        </a:p>
      </dgm:t>
    </dgm:pt>
    <dgm:pt modelId="{82593ED9-1C60-4CCF-B177-A303591A1A40}">
      <dgm:prSet phldrT="[Text]"/>
      <dgm:spPr/>
      <dgm:t>
        <a:bodyPr/>
        <a:lstStyle/>
        <a:p>
          <a:r>
            <a:rPr lang="en-US" dirty="0"/>
            <a:t>Password reuse is heavily exploited</a:t>
          </a:r>
        </a:p>
      </dgm:t>
    </dgm:pt>
    <dgm:pt modelId="{5618AB9A-DE54-4982-882E-B0A867C57EE5}" type="parTrans" cxnId="{F18F4D48-332A-4536-AF3E-EB459AD0CDFD}">
      <dgm:prSet/>
      <dgm:spPr/>
      <dgm:t>
        <a:bodyPr/>
        <a:lstStyle/>
        <a:p>
          <a:endParaRPr lang="en-US"/>
        </a:p>
      </dgm:t>
    </dgm:pt>
    <dgm:pt modelId="{CC309F06-4C04-4AE3-9C29-9CC34FEB4AF0}" type="sibTrans" cxnId="{F18F4D48-332A-4536-AF3E-EB459AD0CDFD}">
      <dgm:prSet/>
      <dgm:spPr/>
      <dgm:t>
        <a:bodyPr/>
        <a:lstStyle/>
        <a:p>
          <a:endParaRPr lang="en-US"/>
        </a:p>
      </dgm:t>
    </dgm:pt>
    <dgm:pt modelId="{B5747EFA-F7D8-488E-BAD8-7C4AB9112628}">
      <dgm:prSet/>
      <dgm:spPr/>
      <dgm:t>
        <a:bodyPr/>
        <a:lstStyle/>
        <a:p>
          <a:r>
            <a:rPr lang="en-US" dirty="0"/>
            <a:t>Single security measure is insufficient</a:t>
          </a:r>
        </a:p>
      </dgm:t>
    </dgm:pt>
    <dgm:pt modelId="{167224AE-C710-4A0B-8CBE-3375E5796281}" type="parTrans" cxnId="{1D55C464-E61C-47BA-B93A-770E89993FB6}">
      <dgm:prSet/>
      <dgm:spPr/>
      <dgm:t>
        <a:bodyPr/>
        <a:lstStyle/>
        <a:p>
          <a:endParaRPr lang="en-US"/>
        </a:p>
      </dgm:t>
    </dgm:pt>
    <dgm:pt modelId="{BD771180-B768-4C06-A6A4-E0AF7969BE59}" type="sibTrans" cxnId="{1D55C464-E61C-47BA-B93A-770E89993FB6}">
      <dgm:prSet/>
      <dgm:spPr/>
      <dgm:t>
        <a:bodyPr/>
        <a:lstStyle/>
        <a:p>
          <a:endParaRPr lang="en-US"/>
        </a:p>
      </dgm:t>
    </dgm:pt>
    <dgm:pt modelId="{95B62D4B-58C8-44A8-8456-5C4F4771681D}">
      <dgm:prSet/>
      <dgm:spPr/>
      <dgm:t>
        <a:bodyPr/>
        <a:lstStyle/>
        <a:p>
          <a:r>
            <a:rPr lang="en-US" dirty="0"/>
            <a:t>Monitoring and detection are crucial</a:t>
          </a:r>
        </a:p>
      </dgm:t>
    </dgm:pt>
    <dgm:pt modelId="{4AC1B524-2BB9-4676-870C-C10438B5EB4D}" type="parTrans" cxnId="{C2215F81-DE06-4222-A753-52A5720A0634}">
      <dgm:prSet/>
      <dgm:spPr/>
      <dgm:t>
        <a:bodyPr/>
        <a:lstStyle/>
        <a:p>
          <a:endParaRPr lang="en-US"/>
        </a:p>
      </dgm:t>
    </dgm:pt>
    <dgm:pt modelId="{BDDB178A-8F07-412D-A1B9-F3B97C929672}" type="sibTrans" cxnId="{C2215F81-DE06-4222-A753-52A5720A0634}">
      <dgm:prSet/>
      <dgm:spPr/>
      <dgm:t>
        <a:bodyPr/>
        <a:lstStyle/>
        <a:p>
          <a:endParaRPr lang="en-US"/>
        </a:p>
      </dgm:t>
    </dgm:pt>
    <dgm:pt modelId="{A7F99D3F-F1E4-4748-9E1A-790D1D904407}">
      <dgm:prSet/>
      <dgm:spPr/>
      <dgm:t>
        <a:bodyPr/>
        <a:lstStyle/>
        <a:p>
          <a:r>
            <a:rPr lang="en-US" dirty="0"/>
            <a:t>Isolation prevents lateral movement</a:t>
          </a:r>
        </a:p>
      </dgm:t>
    </dgm:pt>
    <dgm:pt modelId="{62AA0675-E783-41E6-B2F4-5EC925F691EF}" type="parTrans" cxnId="{9B3D5F65-5B8D-45FB-8477-6C9D8095EDF4}">
      <dgm:prSet/>
      <dgm:spPr/>
      <dgm:t>
        <a:bodyPr/>
        <a:lstStyle/>
        <a:p>
          <a:endParaRPr lang="en-US"/>
        </a:p>
      </dgm:t>
    </dgm:pt>
    <dgm:pt modelId="{8C6FC5CC-A76F-4931-9EBE-C9A70A44E124}" type="sibTrans" cxnId="{9B3D5F65-5B8D-45FB-8477-6C9D8095EDF4}">
      <dgm:prSet/>
      <dgm:spPr/>
      <dgm:t>
        <a:bodyPr/>
        <a:lstStyle/>
        <a:p>
          <a:endParaRPr lang="en-US"/>
        </a:p>
      </dgm:t>
    </dgm:pt>
    <dgm:pt modelId="{D8BD9140-1242-4782-8345-F5206B714F92}">
      <dgm:prSet phldrT="[Text]" phldr="0"/>
      <dgm:spPr/>
      <dgm:t>
        <a:bodyPr/>
        <a:lstStyle/>
        <a:p>
          <a:r>
            <a:rPr lang="en-US" dirty="0"/>
            <a:t>Understanding TTPs (Tactics, Techniques, Procedures)</a:t>
          </a:r>
        </a:p>
      </dgm:t>
    </dgm:pt>
    <dgm:pt modelId="{89B030ED-2D7B-4224-8D1F-68D3D58B1C26}" type="parTrans" cxnId="{61816336-E601-42E9-B37C-6C9DADE2EFA9}">
      <dgm:prSet/>
      <dgm:spPr/>
      <dgm:t>
        <a:bodyPr/>
        <a:lstStyle/>
        <a:p>
          <a:endParaRPr lang="en-US"/>
        </a:p>
      </dgm:t>
    </dgm:pt>
    <dgm:pt modelId="{A9218234-BEE3-4263-B2FB-06649A96A953}" type="sibTrans" cxnId="{61816336-E601-42E9-B37C-6C9DADE2EFA9}">
      <dgm:prSet/>
      <dgm:spPr/>
      <dgm:t>
        <a:bodyPr/>
        <a:lstStyle/>
        <a:p>
          <a:endParaRPr lang="en-US"/>
        </a:p>
      </dgm:t>
    </dgm:pt>
    <dgm:pt modelId="{969B98D4-4F23-48CA-A31F-7F7914BF4A32}">
      <dgm:prSet phldrT="[Text]"/>
      <dgm:spPr/>
      <dgm:t>
        <a:bodyPr/>
        <a:lstStyle/>
        <a:p>
          <a:r>
            <a:rPr lang="en-US" dirty="0"/>
            <a:t>Strong, unique passwords are critical</a:t>
          </a:r>
        </a:p>
      </dgm:t>
    </dgm:pt>
    <dgm:pt modelId="{30833AE8-CCF8-40B4-B157-23202CDF8BFA}" type="parTrans" cxnId="{8D42F3E8-468C-4E80-95E1-A8253D7632A2}">
      <dgm:prSet/>
      <dgm:spPr/>
      <dgm:t>
        <a:bodyPr/>
        <a:lstStyle/>
        <a:p>
          <a:endParaRPr lang="en-US"/>
        </a:p>
      </dgm:t>
    </dgm:pt>
    <dgm:pt modelId="{42D23BC1-F1DD-4ED4-8260-547BF4731FDD}" type="sibTrans" cxnId="{8D42F3E8-468C-4E80-95E1-A8253D7632A2}">
      <dgm:prSet/>
      <dgm:spPr/>
      <dgm:t>
        <a:bodyPr/>
        <a:lstStyle/>
        <a:p>
          <a:endParaRPr lang="en-US"/>
        </a:p>
      </dgm:t>
    </dgm:pt>
    <dgm:pt modelId="{6CD1CCC8-0DA8-48CC-BFF7-322ADFB57BB6}" type="pres">
      <dgm:prSet presAssocID="{1B22C475-3E54-431C-BAE4-780FA972A153}" presName="diagram" presStyleCnt="0">
        <dgm:presLayoutVars>
          <dgm:chPref val="1"/>
          <dgm:dir/>
          <dgm:animOne val="branch"/>
          <dgm:animLvl val="lvl"/>
          <dgm:resizeHandles/>
        </dgm:presLayoutVars>
      </dgm:prSet>
      <dgm:spPr/>
    </dgm:pt>
    <dgm:pt modelId="{557E11C9-8DDD-438E-8AAA-5050BB5CCD85}" type="pres">
      <dgm:prSet presAssocID="{BB8EBC69-428A-4DE8-8360-FD344F045C8C}" presName="root" presStyleCnt="0"/>
      <dgm:spPr/>
    </dgm:pt>
    <dgm:pt modelId="{9627D866-2890-431D-9513-389AA0373269}" type="pres">
      <dgm:prSet presAssocID="{BB8EBC69-428A-4DE8-8360-FD344F045C8C}" presName="rootComposite" presStyleCnt="0"/>
      <dgm:spPr/>
    </dgm:pt>
    <dgm:pt modelId="{BE741DBF-7B74-4217-BA4B-28E0B487114F}" type="pres">
      <dgm:prSet presAssocID="{BB8EBC69-428A-4DE8-8360-FD344F045C8C}" presName="rootText" presStyleLbl="node1" presStyleIdx="0" presStyleCnt="4"/>
      <dgm:spPr/>
    </dgm:pt>
    <dgm:pt modelId="{76A91093-F3CF-4203-A6E9-A508B06DC49A}" type="pres">
      <dgm:prSet presAssocID="{BB8EBC69-428A-4DE8-8360-FD344F045C8C}" presName="rootConnector" presStyleLbl="node1" presStyleIdx="0" presStyleCnt="4"/>
      <dgm:spPr/>
    </dgm:pt>
    <dgm:pt modelId="{42760FB4-3B87-4839-AFE3-C43231355C97}" type="pres">
      <dgm:prSet presAssocID="{BB8EBC69-428A-4DE8-8360-FD344F045C8C}" presName="childShape" presStyleCnt="0"/>
      <dgm:spPr/>
    </dgm:pt>
    <dgm:pt modelId="{AB7EE398-8912-494D-99C6-948057A7C7D7}" type="pres">
      <dgm:prSet presAssocID="{8971012D-BAAF-4CC4-A29D-FCBC6025FAAF}" presName="Name13" presStyleLbl="parChTrans1D2" presStyleIdx="0" presStyleCnt="12"/>
      <dgm:spPr/>
    </dgm:pt>
    <dgm:pt modelId="{DA3A64E9-E7EE-452A-A00C-8A9A5CC531B3}" type="pres">
      <dgm:prSet presAssocID="{2B17D685-36D4-4213-BA96-AF23F00D895F}" presName="childText" presStyleLbl="bgAcc1" presStyleIdx="0" presStyleCnt="12">
        <dgm:presLayoutVars>
          <dgm:bulletEnabled val="1"/>
        </dgm:presLayoutVars>
      </dgm:prSet>
      <dgm:spPr/>
    </dgm:pt>
    <dgm:pt modelId="{2C6E74E6-30B9-4469-AD53-B034DE1D3743}" type="pres">
      <dgm:prSet presAssocID="{21E7A27B-C119-4E27-86E8-B9ECEB89319E}" presName="Name13" presStyleLbl="parChTrans1D2" presStyleIdx="1" presStyleCnt="12"/>
      <dgm:spPr/>
    </dgm:pt>
    <dgm:pt modelId="{237D74DA-10BD-41FB-807F-1E1400EC0F9D}" type="pres">
      <dgm:prSet presAssocID="{9599B877-B9C4-4992-AF9B-677A5A864D1C}" presName="childText" presStyleLbl="bgAcc1" presStyleIdx="1" presStyleCnt="12">
        <dgm:presLayoutVars>
          <dgm:bulletEnabled val="1"/>
        </dgm:presLayoutVars>
      </dgm:prSet>
      <dgm:spPr/>
    </dgm:pt>
    <dgm:pt modelId="{7057FC8E-26A8-4F55-AA9C-773C89328CD0}" type="pres">
      <dgm:prSet presAssocID="{62905226-8FA8-4395-A6A0-EA22602444B9}" presName="Name13" presStyleLbl="parChTrans1D2" presStyleIdx="2" presStyleCnt="12"/>
      <dgm:spPr/>
    </dgm:pt>
    <dgm:pt modelId="{3362A0C9-6050-469A-BF4F-E36329936EEB}" type="pres">
      <dgm:prSet presAssocID="{E470B76C-44F2-46A9-8E81-B0EF1E466CFA}" presName="childText" presStyleLbl="bgAcc1" presStyleIdx="2" presStyleCnt="12">
        <dgm:presLayoutVars>
          <dgm:bulletEnabled val="1"/>
        </dgm:presLayoutVars>
      </dgm:prSet>
      <dgm:spPr/>
    </dgm:pt>
    <dgm:pt modelId="{538AF652-FC81-4399-AC19-FF456EFB82C1}" type="pres">
      <dgm:prSet presAssocID="{02A30BFB-6C66-4BF6-9A6B-583437EFF63E}" presName="root" presStyleCnt="0"/>
      <dgm:spPr/>
    </dgm:pt>
    <dgm:pt modelId="{ABF1AFFC-F616-49A8-8D17-F51B55E58BEB}" type="pres">
      <dgm:prSet presAssocID="{02A30BFB-6C66-4BF6-9A6B-583437EFF63E}" presName="rootComposite" presStyleCnt="0"/>
      <dgm:spPr/>
    </dgm:pt>
    <dgm:pt modelId="{88DFF134-8120-41FD-ABAE-C168A94D5BCE}" type="pres">
      <dgm:prSet presAssocID="{02A30BFB-6C66-4BF6-9A6B-583437EFF63E}" presName="rootText" presStyleLbl="node1" presStyleIdx="1" presStyleCnt="4"/>
      <dgm:spPr/>
    </dgm:pt>
    <dgm:pt modelId="{7DF14F76-9AC5-4266-BDB7-DF79C2505796}" type="pres">
      <dgm:prSet presAssocID="{02A30BFB-6C66-4BF6-9A6B-583437EFF63E}" presName="rootConnector" presStyleLbl="node1" presStyleIdx="1" presStyleCnt="4"/>
      <dgm:spPr/>
    </dgm:pt>
    <dgm:pt modelId="{E64B3498-254C-482C-A854-D467F1D86C28}" type="pres">
      <dgm:prSet presAssocID="{02A30BFB-6C66-4BF6-9A6B-583437EFF63E}" presName="childShape" presStyleCnt="0"/>
      <dgm:spPr/>
    </dgm:pt>
    <dgm:pt modelId="{37A3418E-9D9F-4A9C-BFCC-6BB6EF2565F3}" type="pres">
      <dgm:prSet presAssocID="{E7AE5385-71EE-43BB-911A-47153EB94361}" presName="Name13" presStyleLbl="parChTrans1D2" presStyleIdx="3" presStyleCnt="12"/>
      <dgm:spPr/>
    </dgm:pt>
    <dgm:pt modelId="{7C92B80C-DF43-45DF-A09A-C22530937D89}" type="pres">
      <dgm:prSet presAssocID="{BC241EC3-FA69-41A3-8E06-25A4DB88E301}" presName="childText" presStyleLbl="bgAcc1" presStyleIdx="3" presStyleCnt="12">
        <dgm:presLayoutVars>
          <dgm:bulletEnabled val="1"/>
        </dgm:presLayoutVars>
      </dgm:prSet>
      <dgm:spPr/>
    </dgm:pt>
    <dgm:pt modelId="{4F2BADB2-4135-479F-985E-04E0F7D887E2}" type="pres">
      <dgm:prSet presAssocID="{5618AB9A-DE54-4982-882E-B0A867C57EE5}" presName="Name13" presStyleLbl="parChTrans1D2" presStyleIdx="4" presStyleCnt="12"/>
      <dgm:spPr/>
    </dgm:pt>
    <dgm:pt modelId="{D555001A-9790-41C4-833D-17CB4E0AAE30}" type="pres">
      <dgm:prSet presAssocID="{82593ED9-1C60-4CCF-B177-A303591A1A40}" presName="childText" presStyleLbl="bgAcc1" presStyleIdx="4" presStyleCnt="12">
        <dgm:presLayoutVars>
          <dgm:bulletEnabled val="1"/>
        </dgm:presLayoutVars>
      </dgm:prSet>
      <dgm:spPr/>
    </dgm:pt>
    <dgm:pt modelId="{BEC93D58-6D14-41FB-BD71-9E6BF7D78FB9}" type="pres">
      <dgm:prSet presAssocID="{30833AE8-CCF8-40B4-B157-23202CDF8BFA}" presName="Name13" presStyleLbl="parChTrans1D2" presStyleIdx="5" presStyleCnt="12"/>
      <dgm:spPr/>
    </dgm:pt>
    <dgm:pt modelId="{9049C750-CB98-4129-BA2B-91FEECB4620A}" type="pres">
      <dgm:prSet presAssocID="{969B98D4-4F23-48CA-A31F-7F7914BF4A32}" presName="childText" presStyleLbl="bgAcc1" presStyleIdx="5" presStyleCnt="12">
        <dgm:presLayoutVars>
          <dgm:bulletEnabled val="1"/>
        </dgm:presLayoutVars>
      </dgm:prSet>
      <dgm:spPr/>
    </dgm:pt>
    <dgm:pt modelId="{A7F1FD00-0A53-4869-A85F-438D2E1A19A2}" type="pres">
      <dgm:prSet presAssocID="{4027F184-75E2-418E-9C77-C9CAD1A53331}" presName="root" presStyleCnt="0"/>
      <dgm:spPr/>
    </dgm:pt>
    <dgm:pt modelId="{F201F6B7-E8F3-47F9-B946-0867AF8D894D}" type="pres">
      <dgm:prSet presAssocID="{4027F184-75E2-418E-9C77-C9CAD1A53331}" presName="rootComposite" presStyleCnt="0"/>
      <dgm:spPr/>
    </dgm:pt>
    <dgm:pt modelId="{4E647F82-9CFD-4104-A961-2DE427444D91}" type="pres">
      <dgm:prSet presAssocID="{4027F184-75E2-418E-9C77-C9CAD1A53331}" presName="rootText" presStyleLbl="node1" presStyleIdx="2" presStyleCnt="4"/>
      <dgm:spPr/>
    </dgm:pt>
    <dgm:pt modelId="{9B322131-FB41-4499-A71C-383B99B48640}" type="pres">
      <dgm:prSet presAssocID="{4027F184-75E2-418E-9C77-C9CAD1A53331}" presName="rootConnector" presStyleLbl="node1" presStyleIdx="2" presStyleCnt="4"/>
      <dgm:spPr/>
    </dgm:pt>
    <dgm:pt modelId="{4050B448-93D6-4D64-A956-A85AAE304BF8}" type="pres">
      <dgm:prSet presAssocID="{4027F184-75E2-418E-9C77-C9CAD1A53331}" presName="childShape" presStyleCnt="0"/>
      <dgm:spPr/>
    </dgm:pt>
    <dgm:pt modelId="{2A471A87-F517-49D9-8BF3-9A9399EDB641}" type="pres">
      <dgm:prSet presAssocID="{167224AE-C710-4A0B-8CBE-3375E5796281}" presName="Name13" presStyleLbl="parChTrans1D2" presStyleIdx="6" presStyleCnt="12"/>
      <dgm:spPr/>
    </dgm:pt>
    <dgm:pt modelId="{F35BA679-1925-45AA-814E-A3F115C57C3B}" type="pres">
      <dgm:prSet presAssocID="{B5747EFA-F7D8-488E-BAD8-7C4AB9112628}" presName="childText" presStyleLbl="bgAcc1" presStyleIdx="6" presStyleCnt="12">
        <dgm:presLayoutVars>
          <dgm:bulletEnabled val="1"/>
        </dgm:presLayoutVars>
      </dgm:prSet>
      <dgm:spPr/>
    </dgm:pt>
    <dgm:pt modelId="{4EBCDD9E-CE6E-4C6F-B83A-F0166E7F6A39}" type="pres">
      <dgm:prSet presAssocID="{4AC1B524-2BB9-4676-870C-C10438B5EB4D}" presName="Name13" presStyleLbl="parChTrans1D2" presStyleIdx="7" presStyleCnt="12"/>
      <dgm:spPr/>
    </dgm:pt>
    <dgm:pt modelId="{316CEF16-4224-4863-A0A3-F2713F9DA88D}" type="pres">
      <dgm:prSet presAssocID="{95B62D4B-58C8-44A8-8456-5C4F4771681D}" presName="childText" presStyleLbl="bgAcc1" presStyleIdx="7" presStyleCnt="12">
        <dgm:presLayoutVars>
          <dgm:bulletEnabled val="1"/>
        </dgm:presLayoutVars>
      </dgm:prSet>
      <dgm:spPr/>
    </dgm:pt>
    <dgm:pt modelId="{03A86891-62A6-4719-A880-1688DB051499}" type="pres">
      <dgm:prSet presAssocID="{62AA0675-E783-41E6-B2F4-5EC925F691EF}" presName="Name13" presStyleLbl="parChTrans1D2" presStyleIdx="8" presStyleCnt="12"/>
      <dgm:spPr/>
    </dgm:pt>
    <dgm:pt modelId="{BA5103F0-C1AA-4080-85E0-E3D6371BFC72}" type="pres">
      <dgm:prSet presAssocID="{A7F99D3F-F1E4-4748-9E1A-790D1D904407}" presName="childText" presStyleLbl="bgAcc1" presStyleIdx="8" presStyleCnt="12">
        <dgm:presLayoutVars>
          <dgm:bulletEnabled val="1"/>
        </dgm:presLayoutVars>
      </dgm:prSet>
      <dgm:spPr/>
    </dgm:pt>
    <dgm:pt modelId="{D27A79EA-2BEA-4C5B-BCD9-D6594AAD220C}" type="pres">
      <dgm:prSet presAssocID="{0D958264-272E-410F-9D29-30EE7762BAB7}" presName="root" presStyleCnt="0"/>
      <dgm:spPr/>
    </dgm:pt>
    <dgm:pt modelId="{C1FCE07E-A0ED-4744-8A44-429BA8395D7C}" type="pres">
      <dgm:prSet presAssocID="{0D958264-272E-410F-9D29-30EE7762BAB7}" presName="rootComposite" presStyleCnt="0"/>
      <dgm:spPr/>
    </dgm:pt>
    <dgm:pt modelId="{3F37ADC6-D471-4409-BDA7-5A2CD3490B69}" type="pres">
      <dgm:prSet presAssocID="{0D958264-272E-410F-9D29-30EE7762BAB7}" presName="rootText" presStyleLbl="node1" presStyleIdx="3" presStyleCnt="4"/>
      <dgm:spPr/>
    </dgm:pt>
    <dgm:pt modelId="{240BAADC-1C15-4FAD-B591-F6DC4486DF19}" type="pres">
      <dgm:prSet presAssocID="{0D958264-272E-410F-9D29-30EE7762BAB7}" presName="rootConnector" presStyleLbl="node1" presStyleIdx="3" presStyleCnt="4"/>
      <dgm:spPr/>
    </dgm:pt>
    <dgm:pt modelId="{815E6A42-4471-43BF-BBAE-A41244BFB90C}" type="pres">
      <dgm:prSet presAssocID="{0D958264-272E-410F-9D29-30EE7762BAB7}" presName="childShape" presStyleCnt="0"/>
      <dgm:spPr/>
    </dgm:pt>
    <dgm:pt modelId="{1999F744-C173-421D-B778-4EE57FFE2088}" type="pres">
      <dgm:prSet presAssocID="{EBCA3D12-7BE3-4B7F-A4A7-EBD92095CBF7}" presName="Name13" presStyleLbl="parChTrans1D2" presStyleIdx="9" presStyleCnt="12"/>
      <dgm:spPr/>
    </dgm:pt>
    <dgm:pt modelId="{A58D21E9-481D-4451-AD63-F102AB8B626B}" type="pres">
      <dgm:prSet presAssocID="{F40EACEC-B206-4F9D-9156-16D688F85D8C}" presName="childText" presStyleLbl="bgAcc1" presStyleIdx="9" presStyleCnt="12">
        <dgm:presLayoutVars>
          <dgm:bulletEnabled val="1"/>
        </dgm:presLayoutVars>
      </dgm:prSet>
      <dgm:spPr/>
    </dgm:pt>
    <dgm:pt modelId="{346E979C-57E2-4B5E-891D-2449FE265D8E}" type="pres">
      <dgm:prSet presAssocID="{473973A6-19B5-4CA9-ACE5-A6EF35C7F04F}" presName="Name13" presStyleLbl="parChTrans1D2" presStyleIdx="10" presStyleCnt="12"/>
      <dgm:spPr/>
    </dgm:pt>
    <dgm:pt modelId="{99FD2B6F-4758-4203-BC44-2199D1ED8A81}" type="pres">
      <dgm:prSet presAssocID="{9E658294-511D-4D51-A994-D8C6F7DDD5E4}" presName="childText" presStyleLbl="bgAcc1" presStyleIdx="10" presStyleCnt="12">
        <dgm:presLayoutVars>
          <dgm:bulletEnabled val="1"/>
        </dgm:presLayoutVars>
      </dgm:prSet>
      <dgm:spPr/>
    </dgm:pt>
    <dgm:pt modelId="{D38DE613-671F-4D1F-BA9E-DDA7188444D6}" type="pres">
      <dgm:prSet presAssocID="{89B030ED-2D7B-4224-8D1F-68D3D58B1C26}" presName="Name13" presStyleLbl="parChTrans1D2" presStyleIdx="11" presStyleCnt="12"/>
      <dgm:spPr/>
    </dgm:pt>
    <dgm:pt modelId="{2224B5EC-B8DA-404D-8067-3D23D2A52D12}" type="pres">
      <dgm:prSet presAssocID="{D8BD9140-1242-4782-8345-F5206B714F92}" presName="childText" presStyleLbl="bgAcc1" presStyleIdx="11" presStyleCnt="12">
        <dgm:presLayoutVars>
          <dgm:bulletEnabled val="1"/>
        </dgm:presLayoutVars>
      </dgm:prSet>
      <dgm:spPr/>
    </dgm:pt>
  </dgm:ptLst>
  <dgm:cxnLst>
    <dgm:cxn modelId="{AF522412-EA43-436A-9588-464CB7D30B19}" type="presOf" srcId="{0D958264-272E-410F-9D29-30EE7762BAB7}" destId="{3F37ADC6-D471-4409-BDA7-5A2CD3490B69}" srcOrd="0" destOrd="0" presId="urn:microsoft.com/office/officeart/2005/8/layout/hierarchy3"/>
    <dgm:cxn modelId="{FC8CE220-AAD7-4B20-9311-3C5BD1E617FC}" type="presOf" srcId="{82593ED9-1C60-4CCF-B177-A303591A1A40}" destId="{D555001A-9790-41C4-833D-17CB4E0AAE30}" srcOrd="0" destOrd="0" presId="urn:microsoft.com/office/officeart/2005/8/layout/hierarchy3"/>
    <dgm:cxn modelId="{979E7921-0F85-4109-9747-E21BDA351A70}" srcId="{1B22C475-3E54-431C-BAE4-780FA972A153}" destId="{02A30BFB-6C66-4BF6-9A6B-583437EFF63E}" srcOrd="1" destOrd="0" parTransId="{1B9509B5-FD99-4F6E-9F18-890915BF42CB}" sibTransId="{124445F4-F9F3-4F80-B5A7-58EF937DF6DD}"/>
    <dgm:cxn modelId="{877DDB23-7CB3-4BA5-A0D5-D54295026CA9}" type="presOf" srcId="{21E7A27B-C119-4E27-86E8-B9ECEB89319E}" destId="{2C6E74E6-30B9-4469-AD53-B034DE1D3743}" srcOrd="0" destOrd="0" presId="urn:microsoft.com/office/officeart/2005/8/layout/hierarchy3"/>
    <dgm:cxn modelId="{8D67E123-5EEF-427D-AD66-C31EE38D8B4E}" type="presOf" srcId="{B5747EFA-F7D8-488E-BAD8-7C4AB9112628}" destId="{F35BA679-1925-45AA-814E-A3F115C57C3B}" srcOrd="0" destOrd="0" presId="urn:microsoft.com/office/officeart/2005/8/layout/hierarchy3"/>
    <dgm:cxn modelId="{5AE1102C-C6F9-497D-8D3B-18FCC138F1C1}" type="presOf" srcId="{BB8EBC69-428A-4DE8-8360-FD344F045C8C}" destId="{BE741DBF-7B74-4217-BA4B-28E0B487114F}" srcOrd="0" destOrd="0" presId="urn:microsoft.com/office/officeart/2005/8/layout/hierarchy3"/>
    <dgm:cxn modelId="{85C71336-C3CE-4410-BCB2-43BEEBB28A8E}" srcId="{0D958264-272E-410F-9D29-30EE7762BAB7}" destId="{F40EACEC-B206-4F9D-9156-16D688F85D8C}" srcOrd="0" destOrd="0" parTransId="{EBCA3D12-7BE3-4B7F-A4A7-EBD92095CBF7}" sibTransId="{29D88696-AB1A-406E-BE03-8E07E8B19141}"/>
    <dgm:cxn modelId="{61816336-E601-42E9-B37C-6C9DADE2EFA9}" srcId="{0D958264-272E-410F-9D29-30EE7762BAB7}" destId="{D8BD9140-1242-4782-8345-F5206B714F92}" srcOrd="2" destOrd="0" parTransId="{89B030ED-2D7B-4224-8D1F-68D3D58B1C26}" sibTransId="{A9218234-BEE3-4263-B2FB-06649A96A953}"/>
    <dgm:cxn modelId="{E5C4AD3D-F907-4112-86E6-10F6CE5E147D}" type="presOf" srcId="{F40EACEC-B206-4F9D-9156-16D688F85D8C}" destId="{A58D21E9-481D-4451-AD63-F102AB8B626B}" srcOrd="0" destOrd="0" presId="urn:microsoft.com/office/officeart/2005/8/layout/hierarchy3"/>
    <dgm:cxn modelId="{BB10B663-4D40-44E5-8A56-4E67FAA707D9}" srcId="{0D958264-272E-410F-9D29-30EE7762BAB7}" destId="{9E658294-511D-4D51-A994-D8C6F7DDD5E4}" srcOrd="1" destOrd="0" parTransId="{473973A6-19B5-4CA9-ACE5-A6EF35C7F04F}" sibTransId="{D7B0606D-A7BD-4C6C-BB1B-A387D20558A2}"/>
    <dgm:cxn modelId="{1D55C464-E61C-47BA-B93A-770E89993FB6}" srcId="{4027F184-75E2-418E-9C77-C9CAD1A53331}" destId="{B5747EFA-F7D8-488E-BAD8-7C4AB9112628}" srcOrd="0" destOrd="0" parTransId="{167224AE-C710-4A0B-8CBE-3375E5796281}" sibTransId="{BD771180-B768-4C06-A6A4-E0AF7969BE59}"/>
    <dgm:cxn modelId="{9B3D5F65-5B8D-45FB-8477-6C9D8095EDF4}" srcId="{4027F184-75E2-418E-9C77-C9CAD1A53331}" destId="{A7F99D3F-F1E4-4748-9E1A-790D1D904407}" srcOrd="2" destOrd="0" parTransId="{62AA0675-E783-41E6-B2F4-5EC925F691EF}" sibTransId="{8C6FC5CC-A76F-4931-9EBE-C9A70A44E124}"/>
    <dgm:cxn modelId="{B1AF6965-F592-4614-955F-B43D04CB2288}" srcId="{BB8EBC69-428A-4DE8-8360-FD344F045C8C}" destId="{9599B877-B9C4-4992-AF9B-677A5A864D1C}" srcOrd="1" destOrd="0" parTransId="{21E7A27B-C119-4E27-86E8-B9ECEB89319E}" sibTransId="{04302D58-07DC-4E7B-A78E-DB40DE3817CE}"/>
    <dgm:cxn modelId="{8370B266-FC53-4F82-BBCD-69647CB53BB8}" type="presOf" srcId="{30833AE8-CCF8-40B4-B157-23202CDF8BFA}" destId="{BEC93D58-6D14-41FB-BD71-9E6BF7D78FB9}" srcOrd="0" destOrd="0" presId="urn:microsoft.com/office/officeart/2005/8/layout/hierarchy3"/>
    <dgm:cxn modelId="{F18F4D48-332A-4536-AF3E-EB459AD0CDFD}" srcId="{02A30BFB-6C66-4BF6-9A6B-583437EFF63E}" destId="{82593ED9-1C60-4CCF-B177-A303591A1A40}" srcOrd="1" destOrd="0" parTransId="{5618AB9A-DE54-4982-882E-B0A867C57EE5}" sibTransId="{CC309F06-4C04-4AE3-9C29-9CC34FEB4AF0}"/>
    <dgm:cxn modelId="{319BB34C-81E0-483C-A1FD-9F6052A48897}" type="presOf" srcId="{167224AE-C710-4A0B-8CBE-3375E5796281}" destId="{2A471A87-F517-49D9-8BF3-9A9399EDB641}" srcOrd="0" destOrd="0" presId="urn:microsoft.com/office/officeart/2005/8/layout/hierarchy3"/>
    <dgm:cxn modelId="{709A0570-1E78-43B7-846D-5D3805BBAAFF}" type="presOf" srcId="{89B030ED-2D7B-4224-8D1F-68D3D58B1C26}" destId="{D38DE613-671F-4D1F-BA9E-DDA7188444D6}" srcOrd="0" destOrd="0" presId="urn:microsoft.com/office/officeart/2005/8/layout/hierarchy3"/>
    <dgm:cxn modelId="{56ADF078-CF24-4CF6-A164-0C87FF44010B}" type="presOf" srcId="{E470B76C-44F2-46A9-8E81-B0EF1E466CFA}" destId="{3362A0C9-6050-469A-BF4F-E36329936EEB}" srcOrd="0" destOrd="0" presId="urn:microsoft.com/office/officeart/2005/8/layout/hierarchy3"/>
    <dgm:cxn modelId="{EA93A37A-C837-4692-96D4-69097F4041A6}" type="presOf" srcId="{473973A6-19B5-4CA9-ACE5-A6EF35C7F04F}" destId="{346E979C-57E2-4B5E-891D-2449FE265D8E}" srcOrd="0" destOrd="0" presId="urn:microsoft.com/office/officeart/2005/8/layout/hierarchy3"/>
    <dgm:cxn modelId="{C2215F81-DE06-4222-A753-52A5720A0634}" srcId="{4027F184-75E2-418E-9C77-C9CAD1A53331}" destId="{95B62D4B-58C8-44A8-8456-5C4F4771681D}" srcOrd="1" destOrd="0" parTransId="{4AC1B524-2BB9-4676-870C-C10438B5EB4D}" sibTransId="{BDDB178A-8F07-412D-A1B9-F3B97C929672}"/>
    <dgm:cxn modelId="{75BD1882-EB91-4D7D-A315-48A4A4032CB4}" srcId="{BB8EBC69-428A-4DE8-8360-FD344F045C8C}" destId="{E470B76C-44F2-46A9-8E81-B0EF1E466CFA}" srcOrd="2" destOrd="0" parTransId="{62905226-8FA8-4395-A6A0-EA22602444B9}" sibTransId="{B4E0164D-B3A3-4301-9FF1-9D7D3FEAB4EC}"/>
    <dgm:cxn modelId="{3F846787-19BE-4C7E-9B33-DB0376FF9D6F}" srcId="{BB8EBC69-428A-4DE8-8360-FD344F045C8C}" destId="{2B17D685-36D4-4213-BA96-AF23F00D895F}" srcOrd="0" destOrd="0" parTransId="{8971012D-BAAF-4CC4-A29D-FCBC6025FAAF}" sibTransId="{F78ECDDC-D93E-4E8E-9102-BCA5A6296C43}"/>
    <dgm:cxn modelId="{78262C8A-49BC-4102-B0A0-68EC704D7001}" type="presOf" srcId="{0D958264-272E-410F-9D29-30EE7762BAB7}" destId="{240BAADC-1C15-4FAD-B591-F6DC4486DF19}" srcOrd="1" destOrd="0" presId="urn:microsoft.com/office/officeart/2005/8/layout/hierarchy3"/>
    <dgm:cxn modelId="{4042FC8A-06F2-4F62-ACC5-75A590648BF9}" type="presOf" srcId="{62AA0675-E783-41E6-B2F4-5EC925F691EF}" destId="{03A86891-62A6-4719-A880-1688DB051499}" srcOrd="0" destOrd="0" presId="urn:microsoft.com/office/officeart/2005/8/layout/hierarchy3"/>
    <dgm:cxn modelId="{B6FC2892-E938-4FA9-9B7D-96DD6B14FD16}" type="presOf" srcId="{E7AE5385-71EE-43BB-911A-47153EB94361}" destId="{37A3418E-9D9F-4A9C-BFCC-6BB6EF2565F3}" srcOrd="0" destOrd="0" presId="urn:microsoft.com/office/officeart/2005/8/layout/hierarchy3"/>
    <dgm:cxn modelId="{3CF43095-38BF-432A-8A9D-1EE5D99DF741}" type="presOf" srcId="{BC241EC3-FA69-41A3-8E06-25A4DB88E301}" destId="{7C92B80C-DF43-45DF-A09A-C22530937D89}" srcOrd="0" destOrd="0" presId="urn:microsoft.com/office/officeart/2005/8/layout/hierarchy3"/>
    <dgm:cxn modelId="{8F89E897-BB2B-4A12-9E0C-BC341DE8734C}" type="presOf" srcId="{969B98D4-4F23-48CA-A31F-7F7914BF4A32}" destId="{9049C750-CB98-4129-BA2B-91FEECB4620A}" srcOrd="0" destOrd="0" presId="urn:microsoft.com/office/officeart/2005/8/layout/hierarchy3"/>
    <dgm:cxn modelId="{ABC51A9D-4400-41CC-ACC5-5BEB71F1311E}" type="presOf" srcId="{8971012D-BAAF-4CC4-A29D-FCBC6025FAAF}" destId="{AB7EE398-8912-494D-99C6-948057A7C7D7}" srcOrd="0" destOrd="0" presId="urn:microsoft.com/office/officeart/2005/8/layout/hierarchy3"/>
    <dgm:cxn modelId="{13DA23A6-22D8-4A4F-B306-9B266735F50E}" type="presOf" srcId="{EBCA3D12-7BE3-4B7F-A4A7-EBD92095CBF7}" destId="{1999F744-C173-421D-B778-4EE57FFE2088}" srcOrd="0" destOrd="0" presId="urn:microsoft.com/office/officeart/2005/8/layout/hierarchy3"/>
    <dgm:cxn modelId="{2D9DBCAB-1900-4A50-9C1A-CAC88084C5DF}" type="presOf" srcId="{62905226-8FA8-4395-A6A0-EA22602444B9}" destId="{7057FC8E-26A8-4F55-AA9C-773C89328CD0}" srcOrd="0" destOrd="0" presId="urn:microsoft.com/office/officeart/2005/8/layout/hierarchy3"/>
    <dgm:cxn modelId="{D1C920B0-6467-4798-8656-FEBBF0268C40}" type="presOf" srcId="{D8BD9140-1242-4782-8345-F5206B714F92}" destId="{2224B5EC-B8DA-404D-8067-3D23D2A52D12}" srcOrd="0" destOrd="0" presId="urn:microsoft.com/office/officeart/2005/8/layout/hierarchy3"/>
    <dgm:cxn modelId="{5C1850B0-8A10-4043-9403-51990BC0AD02}" type="presOf" srcId="{2B17D685-36D4-4213-BA96-AF23F00D895F}" destId="{DA3A64E9-E7EE-452A-A00C-8A9A5CC531B3}" srcOrd="0" destOrd="0" presId="urn:microsoft.com/office/officeart/2005/8/layout/hierarchy3"/>
    <dgm:cxn modelId="{3AB1D8B2-C200-4B45-933C-11BF0E4AEA07}" type="presOf" srcId="{4027F184-75E2-418E-9C77-C9CAD1A53331}" destId="{4E647F82-9CFD-4104-A961-2DE427444D91}" srcOrd="0" destOrd="0" presId="urn:microsoft.com/office/officeart/2005/8/layout/hierarchy3"/>
    <dgm:cxn modelId="{CDC7ABB3-7565-46D0-8138-BC3520033DE3}" type="presOf" srcId="{02A30BFB-6C66-4BF6-9A6B-583437EFF63E}" destId="{7DF14F76-9AC5-4266-BDB7-DF79C2505796}" srcOrd="1" destOrd="0" presId="urn:microsoft.com/office/officeart/2005/8/layout/hierarchy3"/>
    <dgm:cxn modelId="{0A3B6EB5-AF0D-49EE-B761-7C6B44C0739D}" type="presOf" srcId="{BB8EBC69-428A-4DE8-8360-FD344F045C8C}" destId="{76A91093-F3CF-4203-A6E9-A508B06DC49A}" srcOrd="1" destOrd="0" presId="urn:microsoft.com/office/officeart/2005/8/layout/hierarchy3"/>
    <dgm:cxn modelId="{D3B0AAB6-052C-46E9-81EF-ADE41C9A3365}" type="presOf" srcId="{95B62D4B-58C8-44A8-8456-5C4F4771681D}" destId="{316CEF16-4224-4863-A0A3-F2713F9DA88D}" srcOrd="0" destOrd="0" presId="urn:microsoft.com/office/officeart/2005/8/layout/hierarchy3"/>
    <dgm:cxn modelId="{67EC1CBF-4A80-4B4A-B3D0-6F7FFD9300E3}" type="presOf" srcId="{02A30BFB-6C66-4BF6-9A6B-583437EFF63E}" destId="{88DFF134-8120-41FD-ABAE-C168A94D5BCE}" srcOrd="0" destOrd="0" presId="urn:microsoft.com/office/officeart/2005/8/layout/hierarchy3"/>
    <dgm:cxn modelId="{FD7534C4-BA88-481D-8FC3-C98F4B5EADF5}" type="presOf" srcId="{9599B877-B9C4-4992-AF9B-677A5A864D1C}" destId="{237D74DA-10BD-41FB-807F-1E1400EC0F9D}" srcOrd="0" destOrd="0" presId="urn:microsoft.com/office/officeart/2005/8/layout/hierarchy3"/>
    <dgm:cxn modelId="{45599EC8-51AF-40C4-AC68-E61F59EED466}" srcId="{1B22C475-3E54-431C-BAE4-780FA972A153}" destId="{0D958264-272E-410F-9D29-30EE7762BAB7}" srcOrd="3" destOrd="0" parTransId="{800E06B9-006E-4874-8BA5-F7E9FFED18B4}" sibTransId="{77F11EC5-7BCE-4F8E-A2F5-6F4E7E203A6F}"/>
    <dgm:cxn modelId="{53557AC9-C4DF-40C0-A439-4ACCCDB9F1BC}" type="presOf" srcId="{5618AB9A-DE54-4982-882E-B0A867C57EE5}" destId="{4F2BADB2-4135-479F-985E-04E0F7D887E2}" srcOrd="0" destOrd="0" presId="urn:microsoft.com/office/officeart/2005/8/layout/hierarchy3"/>
    <dgm:cxn modelId="{9ECE15CC-FD97-4AAD-8F1F-BF3C779EE66F}" srcId="{1B22C475-3E54-431C-BAE4-780FA972A153}" destId="{BB8EBC69-428A-4DE8-8360-FD344F045C8C}" srcOrd="0" destOrd="0" parTransId="{AFEAF041-059C-44AB-9A25-1BE4D6631C74}" sibTransId="{AA2F1C0C-8BA3-4343-B6FC-16B66ACBA5A4}"/>
    <dgm:cxn modelId="{9F11B3D0-8B78-4D00-BEAD-759DDA51E882}" type="presOf" srcId="{4027F184-75E2-418E-9C77-C9CAD1A53331}" destId="{9B322131-FB41-4499-A71C-383B99B48640}" srcOrd="1" destOrd="0" presId="urn:microsoft.com/office/officeart/2005/8/layout/hierarchy3"/>
    <dgm:cxn modelId="{56C745E8-70D3-4A9C-84F9-BBFE76520E22}" type="presOf" srcId="{A7F99D3F-F1E4-4748-9E1A-790D1D904407}" destId="{BA5103F0-C1AA-4080-85E0-E3D6371BFC72}" srcOrd="0" destOrd="0" presId="urn:microsoft.com/office/officeart/2005/8/layout/hierarchy3"/>
    <dgm:cxn modelId="{8D42F3E8-468C-4E80-95E1-A8253D7632A2}" srcId="{02A30BFB-6C66-4BF6-9A6B-583437EFF63E}" destId="{969B98D4-4F23-48CA-A31F-7F7914BF4A32}" srcOrd="2" destOrd="0" parTransId="{30833AE8-CCF8-40B4-B157-23202CDF8BFA}" sibTransId="{42D23BC1-F1DD-4ED4-8260-547BF4731FDD}"/>
    <dgm:cxn modelId="{6A9D7BEA-D4D3-4FA3-B94D-2091C54D7551}" type="presOf" srcId="{4AC1B524-2BB9-4676-870C-C10438B5EB4D}" destId="{4EBCDD9E-CE6E-4C6F-B83A-F0166E7F6A39}" srcOrd="0" destOrd="0" presId="urn:microsoft.com/office/officeart/2005/8/layout/hierarchy3"/>
    <dgm:cxn modelId="{393FAFF5-70C3-4CCF-8D0C-02FB5AC47433}" type="presOf" srcId="{9E658294-511D-4D51-A994-D8C6F7DDD5E4}" destId="{99FD2B6F-4758-4203-BC44-2199D1ED8A81}" srcOrd="0" destOrd="0" presId="urn:microsoft.com/office/officeart/2005/8/layout/hierarchy3"/>
    <dgm:cxn modelId="{5E041AF7-AC3E-4B86-BAE9-209B5517DE37}" srcId="{02A30BFB-6C66-4BF6-9A6B-583437EFF63E}" destId="{BC241EC3-FA69-41A3-8E06-25A4DB88E301}" srcOrd="0" destOrd="0" parTransId="{E7AE5385-71EE-43BB-911A-47153EB94361}" sibTransId="{5B1EAB4D-4DE8-4234-A3B7-BD61241636D6}"/>
    <dgm:cxn modelId="{693A77F9-B1A1-4D75-8F92-A18DB6D0E7D1}" type="presOf" srcId="{1B22C475-3E54-431C-BAE4-780FA972A153}" destId="{6CD1CCC8-0DA8-48CC-BFF7-322ADFB57BB6}" srcOrd="0" destOrd="0" presId="urn:microsoft.com/office/officeart/2005/8/layout/hierarchy3"/>
    <dgm:cxn modelId="{E5AF23FC-77CD-4BBC-97DA-85A6C1CF2AD9}" srcId="{1B22C475-3E54-431C-BAE4-780FA972A153}" destId="{4027F184-75E2-418E-9C77-C9CAD1A53331}" srcOrd="2" destOrd="0" parTransId="{ACD12523-BF51-4DD4-8A8A-C3274C592E59}" sibTransId="{06F77E79-580E-4E13-B82F-AEBB4026829C}"/>
    <dgm:cxn modelId="{946E1307-7DE3-41F2-8370-DF89F2C37017}" type="presParOf" srcId="{6CD1CCC8-0DA8-48CC-BFF7-322ADFB57BB6}" destId="{557E11C9-8DDD-438E-8AAA-5050BB5CCD85}" srcOrd="0" destOrd="0" presId="urn:microsoft.com/office/officeart/2005/8/layout/hierarchy3"/>
    <dgm:cxn modelId="{6FB12DC0-A8D0-49CA-A2DD-2F274F147B8B}" type="presParOf" srcId="{557E11C9-8DDD-438E-8AAA-5050BB5CCD85}" destId="{9627D866-2890-431D-9513-389AA0373269}" srcOrd="0" destOrd="0" presId="urn:microsoft.com/office/officeart/2005/8/layout/hierarchy3"/>
    <dgm:cxn modelId="{9F163B25-F92A-466E-8005-70C0F453DC68}" type="presParOf" srcId="{9627D866-2890-431D-9513-389AA0373269}" destId="{BE741DBF-7B74-4217-BA4B-28E0B487114F}" srcOrd="0" destOrd="0" presId="urn:microsoft.com/office/officeart/2005/8/layout/hierarchy3"/>
    <dgm:cxn modelId="{159F6CD7-60EB-4C36-9C02-A5638B9B22F9}" type="presParOf" srcId="{9627D866-2890-431D-9513-389AA0373269}" destId="{76A91093-F3CF-4203-A6E9-A508B06DC49A}" srcOrd="1" destOrd="0" presId="urn:microsoft.com/office/officeart/2005/8/layout/hierarchy3"/>
    <dgm:cxn modelId="{B8CA3470-D0E1-4498-ACC9-C85FECFAE460}" type="presParOf" srcId="{557E11C9-8DDD-438E-8AAA-5050BB5CCD85}" destId="{42760FB4-3B87-4839-AFE3-C43231355C97}" srcOrd="1" destOrd="0" presId="urn:microsoft.com/office/officeart/2005/8/layout/hierarchy3"/>
    <dgm:cxn modelId="{4D2FF107-9F0C-4CFD-9258-90E55D67EF96}" type="presParOf" srcId="{42760FB4-3B87-4839-AFE3-C43231355C97}" destId="{AB7EE398-8912-494D-99C6-948057A7C7D7}" srcOrd="0" destOrd="0" presId="urn:microsoft.com/office/officeart/2005/8/layout/hierarchy3"/>
    <dgm:cxn modelId="{B0F09413-D002-4BAA-9382-556726841BF9}" type="presParOf" srcId="{42760FB4-3B87-4839-AFE3-C43231355C97}" destId="{DA3A64E9-E7EE-452A-A00C-8A9A5CC531B3}" srcOrd="1" destOrd="0" presId="urn:microsoft.com/office/officeart/2005/8/layout/hierarchy3"/>
    <dgm:cxn modelId="{6ECB30FF-FD3A-4755-9FAB-21182E6C0AF1}" type="presParOf" srcId="{42760FB4-3B87-4839-AFE3-C43231355C97}" destId="{2C6E74E6-30B9-4469-AD53-B034DE1D3743}" srcOrd="2" destOrd="0" presId="urn:microsoft.com/office/officeart/2005/8/layout/hierarchy3"/>
    <dgm:cxn modelId="{584551C9-04B0-460E-AAD3-0AF46796928B}" type="presParOf" srcId="{42760FB4-3B87-4839-AFE3-C43231355C97}" destId="{237D74DA-10BD-41FB-807F-1E1400EC0F9D}" srcOrd="3" destOrd="0" presId="urn:microsoft.com/office/officeart/2005/8/layout/hierarchy3"/>
    <dgm:cxn modelId="{B378853B-8EF2-49FA-8975-6D3908DD8625}" type="presParOf" srcId="{42760FB4-3B87-4839-AFE3-C43231355C97}" destId="{7057FC8E-26A8-4F55-AA9C-773C89328CD0}" srcOrd="4" destOrd="0" presId="urn:microsoft.com/office/officeart/2005/8/layout/hierarchy3"/>
    <dgm:cxn modelId="{C9F2DD99-4EFB-4F32-BB2D-E1223F88B9C4}" type="presParOf" srcId="{42760FB4-3B87-4839-AFE3-C43231355C97}" destId="{3362A0C9-6050-469A-BF4F-E36329936EEB}" srcOrd="5" destOrd="0" presId="urn:microsoft.com/office/officeart/2005/8/layout/hierarchy3"/>
    <dgm:cxn modelId="{1BAB8C17-A82A-4E88-8B24-F96B5FDCB777}" type="presParOf" srcId="{6CD1CCC8-0DA8-48CC-BFF7-322ADFB57BB6}" destId="{538AF652-FC81-4399-AC19-FF456EFB82C1}" srcOrd="1" destOrd="0" presId="urn:microsoft.com/office/officeart/2005/8/layout/hierarchy3"/>
    <dgm:cxn modelId="{5F994EE0-B84E-4EBC-B042-3B275FB9890C}" type="presParOf" srcId="{538AF652-FC81-4399-AC19-FF456EFB82C1}" destId="{ABF1AFFC-F616-49A8-8D17-F51B55E58BEB}" srcOrd="0" destOrd="0" presId="urn:microsoft.com/office/officeart/2005/8/layout/hierarchy3"/>
    <dgm:cxn modelId="{032B29CC-B64A-4602-A69B-43E333A8C465}" type="presParOf" srcId="{ABF1AFFC-F616-49A8-8D17-F51B55E58BEB}" destId="{88DFF134-8120-41FD-ABAE-C168A94D5BCE}" srcOrd="0" destOrd="0" presId="urn:microsoft.com/office/officeart/2005/8/layout/hierarchy3"/>
    <dgm:cxn modelId="{C6B1F983-DFB1-4746-A7DF-0C039F74E0ED}" type="presParOf" srcId="{ABF1AFFC-F616-49A8-8D17-F51B55E58BEB}" destId="{7DF14F76-9AC5-4266-BDB7-DF79C2505796}" srcOrd="1" destOrd="0" presId="urn:microsoft.com/office/officeart/2005/8/layout/hierarchy3"/>
    <dgm:cxn modelId="{FF1F6E7C-6CDA-4011-A8C4-3A5A3BEEA40E}" type="presParOf" srcId="{538AF652-FC81-4399-AC19-FF456EFB82C1}" destId="{E64B3498-254C-482C-A854-D467F1D86C28}" srcOrd="1" destOrd="0" presId="urn:microsoft.com/office/officeart/2005/8/layout/hierarchy3"/>
    <dgm:cxn modelId="{A67BBA2E-5513-44A5-990B-0B20554E6CE9}" type="presParOf" srcId="{E64B3498-254C-482C-A854-D467F1D86C28}" destId="{37A3418E-9D9F-4A9C-BFCC-6BB6EF2565F3}" srcOrd="0" destOrd="0" presId="urn:microsoft.com/office/officeart/2005/8/layout/hierarchy3"/>
    <dgm:cxn modelId="{64E64FC4-2E63-432A-AB45-9F9D8C53478C}" type="presParOf" srcId="{E64B3498-254C-482C-A854-D467F1D86C28}" destId="{7C92B80C-DF43-45DF-A09A-C22530937D89}" srcOrd="1" destOrd="0" presId="urn:microsoft.com/office/officeart/2005/8/layout/hierarchy3"/>
    <dgm:cxn modelId="{0538CC8E-7860-4026-B657-D109A94238AC}" type="presParOf" srcId="{E64B3498-254C-482C-A854-D467F1D86C28}" destId="{4F2BADB2-4135-479F-985E-04E0F7D887E2}" srcOrd="2" destOrd="0" presId="urn:microsoft.com/office/officeart/2005/8/layout/hierarchy3"/>
    <dgm:cxn modelId="{9B85473C-8A3D-4DFC-8D95-2640A31EEF9E}" type="presParOf" srcId="{E64B3498-254C-482C-A854-D467F1D86C28}" destId="{D555001A-9790-41C4-833D-17CB4E0AAE30}" srcOrd="3" destOrd="0" presId="urn:microsoft.com/office/officeart/2005/8/layout/hierarchy3"/>
    <dgm:cxn modelId="{A1CFE491-C749-4A28-8050-D6BD60A97C67}" type="presParOf" srcId="{E64B3498-254C-482C-A854-D467F1D86C28}" destId="{BEC93D58-6D14-41FB-BD71-9E6BF7D78FB9}" srcOrd="4" destOrd="0" presId="urn:microsoft.com/office/officeart/2005/8/layout/hierarchy3"/>
    <dgm:cxn modelId="{A6652CE6-C537-4668-8C78-F6E77508628A}" type="presParOf" srcId="{E64B3498-254C-482C-A854-D467F1D86C28}" destId="{9049C750-CB98-4129-BA2B-91FEECB4620A}" srcOrd="5" destOrd="0" presId="urn:microsoft.com/office/officeart/2005/8/layout/hierarchy3"/>
    <dgm:cxn modelId="{C62BA59E-15C3-407C-8250-12E4BA87EA51}" type="presParOf" srcId="{6CD1CCC8-0DA8-48CC-BFF7-322ADFB57BB6}" destId="{A7F1FD00-0A53-4869-A85F-438D2E1A19A2}" srcOrd="2" destOrd="0" presId="urn:microsoft.com/office/officeart/2005/8/layout/hierarchy3"/>
    <dgm:cxn modelId="{D7F42B95-5C0E-4BB7-B1D6-C5B8E705CC91}" type="presParOf" srcId="{A7F1FD00-0A53-4869-A85F-438D2E1A19A2}" destId="{F201F6B7-E8F3-47F9-B946-0867AF8D894D}" srcOrd="0" destOrd="0" presId="urn:microsoft.com/office/officeart/2005/8/layout/hierarchy3"/>
    <dgm:cxn modelId="{69230078-4668-4F09-8723-EFC5A53C2B0C}" type="presParOf" srcId="{F201F6B7-E8F3-47F9-B946-0867AF8D894D}" destId="{4E647F82-9CFD-4104-A961-2DE427444D91}" srcOrd="0" destOrd="0" presId="urn:microsoft.com/office/officeart/2005/8/layout/hierarchy3"/>
    <dgm:cxn modelId="{AE922D62-351D-44CD-9D6E-1E1A16DC3F7B}" type="presParOf" srcId="{F201F6B7-E8F3-47F9-B946-0867AF8D894D}" destId="{9B322131-FB41-4499-A71C-383B99B48640}" srcOrd="1" destOrd="0" presId="urn:microsoft.com/office/officeart/2005/8/layout/hierarchy3"/>
    <dgm:cxn modelId="{EFE74042-151D-497D-9F42-B8ACA1DAD44D}" type="presParOf" srcId="{A7F1FD00-0A53-4869-A85F-438D2E1A19A2}" destId="{4050B448-93D6-4D64-A956-A85AAE304BF8}" srcOrd="1" destOrd="0" presId="urn:microsoft.com/office/officeart/2005/8/layout/hierarchy3"/>
    <dgm:cxn modelId="{5B09F58A-FB8A-4B64-9070-BA50ACD4C0A3}" type="presParOf" srcId="{4050B448-93D6-4D64-A956-A85AAE304BF8}" destId="{2A471A87-F517-49D9-8BF3-9A9399EDB641}" srcOrd="0" destOrd="0" presId="urn:microsoft.com/office/officeart/2005/8/layout/hierarchy3"/>
    <dgm:cxn modelId="{4B1E75D0-93FE-41B0-B18A-E0F3EB67CE18}" type="presParOf" srcId="{4050B448-93D6-4D64-A956-A85AAE304BF8}" destId="{F35BA679-1925-45AA-814E-A3F115C57C3B}" srcOrd="1" destOrd="0" presId="urn:microsoft.com/office/officeart/2005/8/layout/hierarchy3"/>
    <dgm:cxn modelId="{D63B0EA2-1337-4AF4-9EC8-9D488AFC8E4C}" type="presParOf" srcId="{4050B448-93D6-4D64-A956-A85AAE304BF8}" destId="{4EBCDD9E-CE6E-4C6F-B83A-F0166E7F6A39}" srcOrd="2" destOrd="0" presId="urn:microsoft.com/office/officeart/2005/8/layout/hierarchy3"/>
    <dgm:cxn modelId="{BE1167A4-5543-4F39-9B21-1A80046D5115}" type="presParOf" srcId="{4050B448-93D6-4D64-A956-A85AAE304BF8}" destId="{316CEF16-4224-4863-A0A3-F2713F9DA88D}" srcOrd="3" destOrd="0" presId="urn:microsoft.com/office/officeart/2005/8/layout/hierarchy3"/>
    <dgm:cxn modelId="{C46505D6-36CA-4C3D-98C0-E7DBA5CB0DAE}" type="presParOf" srcId="{4050B448-93D6-4D64-A956-A85AAE304BF8}" destId="{03A86891-62A6-4719-A880-1688DB051499}" srcOrd="4" destOrd="0" presId="urn:microsoft.com/office/officeart/2005/8/layout/hierarchy3"/>
    <dgm:cxn modelId="{8972CE54-DF83-4BD0-8FD9-B75765D0850C}" type="presParOf" srcId="{4050B448-93D6-4D64-A956-A85AAE304BF8}" destId="{BA5103F0-C1AA-4080-85E0-E3D6371BFC72}" srcOrd="5" destOrd="0" presId="urn:microsoft.com/office/officeart/2005/8/layout/hierarchy3"/>
    <dgm:cxn modelId="{6D86E43B-657A-45AC-9F39-15914B6C5913}" type="presParOf" srcId="{6CD1CCC8-0DA8-48CC-BFF7-322ADFB57BB6}" destId="{D27A79EA-2BEA-4C5B-BCD9-D6594AAD220C}" srcOrd="3" destOrd="0" presId="urn:microsoft.com/office/officeart/2005/8/layout/hierarchy3"/>
    <dgm:cxn modelId="{A49EED73-10BE-4B6C-BD7A-174D7745AD4C}" type="presParOf" srcId="{D27A79EA-2BEA-4C5B-BCD9-D6594AAD220C}" destId="{C1FCE07E-A0ED-4744-8A44-429BA8395D7C}" srcOrd="0" destOrd="0" presId="urn:microsoft.com/office/officeart/2005/8/layout/hierarchy3"/>
    <dgm:cxn modelId="{E7B570A4-5F52-456F-89F2-054FE4D78F33}" type="presParOf" srcId="{C1FCE07E-A0ED-4744-8A44-429BA8395D7C}" destId="{3F37ADC6-D471-4409-BDA7-5A2CD3490B69}" srcOrd="0" destOrd="0" presId="urn:microsoft.com/office/officeart/2005/8/layout/hierarchy3"/>
    <dgm:cxn modelId="{587B9018-3EEF-4518-AD1B-8FEA67F8C203}" type="presParOf" srcId="{C1FCE07E-A0ED-4744-8A44-429BA8395D7C}" destId="{240BAADC-1C15-4FAD-B591-F6DC4486DF19}" srcOrd="1" destOrd="0" presId="urn:microsoft.com/office/officeart/2005/8/layout/hierarchy3"/>
    <dgm:cxn modelId="{0E4A1326-ED83-49D8-9620-B12E808AC0D4}" type="presParOf" srcId="{D27A79EA-2BEA-4C5B-BCD9-D6594AAD220C}" destId="{815E6A42-4471-43BF-BBAE-A41244BFB90C}" srcOrd="1" destOrd="0" presId="urn:microsoft.com/office/officeart/2005/8/layout/hierarchy3"/>
    <dgm:cxn modelId="{ED17E6A8-725B-479D-AA15-1389D36A5A20}" type="presParOf" srcId="{815E6A42-4471-43BF-BBAE-A41244BFB90C}" destId="{1999F744-C173-421D-B778-4EE57FFE2088}" srcOrd="0" destOrd="0" presId="urn:microsoft.com/office/officeart/2005/8/layout/hierarchy3"/>
    <dgm:cxn modelId="{0F1A31F6-AF64-4425-9A1B-E0076CFE75E2}" type="presParOf" srcId="{815E6A42-4471-43BF-BBAE-A41244BFB90C}" destId="{A58D21E9-481D-4451-AD63-F102AB8B626B}" srcOrd="1" destOrd="0" presId="urn:microsoft.com/office/officeart/2005/8/layout/hierarchy3"/>
    <dgm:cxn modelId="{87A3BDBD-EECD-47BE-9B59-AA9BF38D9B5C}" type="presParOf" srcId="{815E6A42-4471-43BF-BBAE-A41244BFB90C}" destId="{346E979C-57E2-4B5E-891D-2449FE265D8E}" srcOrd="2" destOrd="0" presId="urn:microsoft.com/office/officeart/2005/8/layout/hierarchy3"/>
    <dgm:cxn modelId="{0C935CC2-B99B-4F48-8D2B-8231B0792484}" type="presParOf" srcId="{815E6A42-4471-43BF-BBAE-A41244BFB90C}" destId="{99FD2B6F-4758-4203-BC44-2199D1ED8A81}" srcOrd="3" destOrd="0" presId="urn:microsoft.com/office/officeart/2005/8/layout/hierarchy3"/>
    <dgm:cxn modelId="{E95DD10C-B0FD-4183-8DE1-BABE86CA59DA}" type="presParOf" srcId="{815E6A42-4471-43BF-BBAE-A41244BFB90C}" destId="{D38DE613-671F-4D1F-BA9E-DDA7188444D6}" srcOrd="4" destOrd="0" presId="urn:microsoft.com/office/officeart/2005/8/layout/hierarchy3"/>
    <dgm:cxn modelId="{C2D00BDB-26B8-4F8B-AD87-AFDBB0A89844}" type="presParOf" srcId="{815E6A42-4471-43BF-BBAE-A41244BFB90C}" destId="{2224B5EC-B8DA-404D-8067-3D23D2A52D12}" srcOrd="5" destOrd="0" presId="urn:microsoft.com/office/officeart/2005/8/layout/hierarchy3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5C43593A-1CCC-42E4-B769-7009D46394A6}">
      <dsp:nvSpPr>
        <dsp:cNvPr id="0" name=""/>
        <dsp:cNvSpPr/>
      </dsp:nvSpPr>
      <dsp:spPr>
        <a:xfrm rot="5400000">
          <a:off x="3909144" y="816096"/>
          <a:ext cx="702476" cy="799744"/>
        </a:xfrm>
        <a:prstGeom prst="bentUpArrow">
          <a:avLst>
            <a:gd name="adj1" fmla="val 32840"/>
            <a:gd name="adj2" fmla="val 25000"/>
            <a:gd name="adj3" fmla="val 35780"/>
          </a:avLst>
        </a:prstGeom>
        <a:solidFill>
          <a:schemeClr val="accent1">
            <a:tint val="5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A4775C1D-7AE8-42A0-AD83-594B54904301}">
      <dsp:nvSpPr>
        <dsp:cNvPr id="0" name=""/>
        <dsp:cNvSpPr/>
      </dsp:nvSpPr>
      <dsp:spPr>
        <a:xfrm>
          <a:off x="3723031" y="37387"/>
          <a:ext cx="1182556" cy="827751"/>
        </a:xfrm>
        <a:prstGeom prst="roundRect">
          <a:avLst>
            <a:gd name="adj" fmla="val 1667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7150" tIns="57150" rIns="57150" bIns="57150" numCol="1" spcCol="1270" anchor="ctr" anchorCtr="0">
          <a:noAutofit/>
        </a:bodyPr>
        <a:lstStyle/>
        <a:p>
          <a:pPr marL="0" lvl="0" indent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kern="1200" dirty="0"/>
            <a:t>Internet Attackers</a:t>
          </a:r>
        </a:p>
      </dsp:txBody>
      <dsp:txXfrm>
        <a:off x="3763446" y="77802"/>
        <a:ext cx="1101726" cy="746921"/>
      </dsp:txXfrm>
    </dsp:sp>
    <dsp:sp modelId="{2BABF4E2-CC2D-4E70-ABB7-A5098947A16F}">
      <dsp:nvSpPr>
        <dsp:cNvPr id="0" name=""/>
        <dsp:cNvSpPr/>
      </dsp:nvSpPr>
      <dsp:spPr>
        <a:xfrm>
          <a:off x="4905587" y="116332"/>
          <a:ext cx="860078" cy="66902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271DC000-B9EA-4EDF-9392-70D31C80F337}">
      <dsp:nvSpPr>
        <dsp:cNvPr id="0" name=""/>
        <dsp:cNvSpPr/>
      </dsp:nvSpPr>
      <dsp:spPr>
        <a:xfrm rot="5400000">
          <a:off x="4889609" y="1745933"/>
          <a:ext cx="702476" cy="799744"/>
        </a:xfrm>
        <a:prstGeom prst="bentUpArrow">
          <a:avLst>
            <a:gd name="adj1" fmla="val 32840"/>
            <a:gd name="adj2" fmla="val 25000"/>
            <a:gd name="adj3" fmla="val 35780"/>
          </a:avLst>
        </a:prstGeom>
        <a:solidFill>
          <a:schemeClr val="accent1">
            <a:tint val="5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A7083DB2-AC38-48C9-8176-C92030EAB29A}">
      <dsp:nvSpPr>
        <dsp:cNvPr id="0" name=""/>
        <dsp:cNvSpPr/>
      </dsp:nvSpPr>
      <dsp:spPr>
        <a:xfrm>
          <a:off x="4703496" y="967225"/>
          <a:ext cx="1182556" cy="827751"/>
        </a:xfrm>
        <a:prstGeom prst="roundRect">
          <a:avLst>
            <a:gd name="adj" fmla="val 1667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7150" tIns="57150" rIns="57150" bIns="57150" numCol="1" spcCol="1270" anchor="ctr" anchorCtr="0">
          <a:noAutofit/>
        </a:bodyPr>
        <a:lstStyle/>
        <a:p>
          <a:pPr marL="0" lvl="0" indent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kern="1200" dirty="0"/>
            <a:t>Cowrie SSH Honeypot</a:t>
          </a:r>
        </a:p>
      </dsp:txBody>
      <dsp:txXfrm>
        <a:off x="4743911" y="1007640"/>
        <a:ext cx="1101726" cy="746921"/>
      </dsp:txXfrm>
    </dsp:sp>
    <dsp:sp modelId="{CDF7B49C-BCAD-4198-9279-BDCFB4264F3C}">
      <dsp:nvSpPr>
        <dsp:cNvPr id="0" name=""/>
        <dsp:cNvSpPr/>
      </dsp:nvSpPr>
      <dsp:spPr>
        <a:xfrm>
          <a:off x="5886052" y="1046170"/>
          <a:ext cx="860078" cy="66902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6759952C-FFE4-4C9F-A55F-DC8B262D7B84}">
      <dsp:nvSpPr>
        <dsp:cNvPr id="0" name=""/>
        <dsp:cNvSpPr/>
      </dsp:nvSpPr>
      <dsp:spPr>
        <a:xfrm rot="5400000">
          <a:off x="5870074" y="2675771"/>
          <a:ext cx="702476" cy="799744"/>
        </a:xfrm>
        <a:prstGeom prst="bentUpArrow">
          <a:avLst>
            <a:gd name="adj1" fmla="val 32840"/>
            <a:gd name="adj2" fmla="val 25000"/>
            <a:gd name="adj3" fmla="val 35780"/>
          </a:avLst>
        </a:prstGeom>
        <a:solidFill>
          <a:schemeClr val="accent1">
            <a:tint val="5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BCEC6530-EC0D-4EBA-AFFB-52C16519EDB2}">
      <dsp:nvSpPr>
        <dsp:cNvPr id="0" name=""/>
        <dsp:cNvSpPr/>
      </dsp:nvSpPr>
      <dsp:spPr>
        <a:xfrm>
          <a:off x="5683960" y="1897062"/>
          <a:ext cx="1182556" cy="827751"/>
        </a:xfrm>
        <a:prstGeom prst="roundRect">
          <a:avLst>
            <a:gd name="adj" fmla="val 1667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7150" tIns="57150" rIns="57150" bIns="57150" numCol="1" spcCol="1270" anchor="ctr" anchorCtr="0">
          <a:noAutofit/>
        </a:bodyPr>
        <a:lstStyle/>
        <a:p>
          <a:pPr marL="0" lvl="0" indent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kern="1200" dirty="0"/>
            <a:t>Log Collection</a:t>
          </a:r>
        </a:p>
      </dsp:txBody>
      <dsp:txXfrm>
        <a:off x="5724375" y="1937477"/>
        <a:ext cx="1101726" cy="746921"/>
      </dsp:txXfrm>
    </dsp:sp>
    <dsp:sp modelId="{C4B3D3F2-34A2-4118-A2BF-256D49DD590F}">
      <dsp:nvSpPr>
        <dsp:cNvPr id="0" name=""/>
        <dsp:cNvSpPr/>
      </dsp:nvSpPr>
      <dsp:spPr>
        <a:xfrm>
          <a:off x="6866517" y="1976007"/>
          <a:ext cx="860078" cy="66902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A478C256-7E27-47D6-B8C3-4309D3502AAE}">
      <dsp:nvSpPr>
        <dsp:cNvPr id="0" name=""/>
        <dsp:cNvSpPr/>
      </dsp:nvSpPr>
      <dsp:spPr>
        <a:xfrm rot="5400000">
          <a:off x="6850539" y="3605609"/>
          <a:ext cx="702476" cy="799744"/>
        </a:xfrm>
        <a:prstGeom prst="bentUpArrow">
          <a:avLst>
            <a:gd name="adj1" fmla="val 32840"/>
            <a:gd name="adj2" fmla="val 25000"/>
            <a:gd name="adj3" fmla="val 35780"/>
          </a:avLst>
        </a:prstGeom>
        <a:solidFill>
          <a:schemeClr val="accent1">
            <a:tint val="5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878530E2-F084-4CC6-BDC9-736E31C4ABCF}">
      <dsp:nvSpPr>
        <dsp:cNvPr id="0" name=""/>
        <dsp:cNvSpPr/>
      </dsp:nvSpPr>
      <dsp:spPr>
        <a:xfrm>
          <a:off x="6664425" y="2826900"/>
          <a:ext cx="1182556" cy="827751"/>
        </a:xfrm>
        <a:prstGeom prst="roundRect">
          <a:avLst>
            <a:gd name="adj" fmla="val 1667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7150" tIns="57150" rIns="57150" bIns="57150" numCol="1" spcCol="1270" anchor="ctr" anchorCtr="0">
          <a:noAutofit/>
        </a:bodyPr>
        <a:lstStyle/>
        <a:p>
          <a:pPr marL="0" lvl="0" indent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kern="1200" dirty="0"/>
            <a:t>Python Analysis Backend</a:t>
          </a:r>
        </a:p>
      </dsp:txBody>
      <dsp:txXfrm>
        <a:off x="6704840" y="2867315"/>
        <a:ext cx="1101726" cy="746921"/>
      </dsp:txXfrm>
    </dsp:sp>
    <dsp:sp modelId="{7930A223-FA46-4399-926C-A171AEFD73F3}">
      <dsp:nvSpPr>
        <dsp:cNvPr id="0" name=""/>
        <dsp:cNvSpPr/>
      </dsp:nvSpPr>
      <dsp:spPr>
        <a:xfrm>
          <a:off x="7846982" y="2905845"/>
          <a:ext cx="860078" cy="66902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4F793773-61AB-4701-9814-6F2F7861C447}">
      <dsp:nvSpPr>
        <dsp:cNvPr id="0" name=""/>
        <dsp:cNvSpPr/>
      </dsp:nvSpPr>
      <dsp:spPr>
        <a:xfrm rot="5400000">
          <a:off x="7831004" y="4535446"/>
          <a:ext cx="702476" cy="799744"/>
        </a:xfrm>
        <a:prstGeom prst="bentUpArrow">
          <a:avLst>
            <a:gd name="adj1" fmla="val 32840"/>
            <a:gd name="adj2" fmla="val 25000"/>
            <a:gd name="adj3" fmla="val 35780"/>
          </a:avLst>
        </a:prstGeom>
        <a:solidFill>
          <a:schemeClr val="accent1">
            <a:tint val="5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05E949DE-0A4B-419E-8C50-D6B91D2AE9D3}">
      <dsp:nvSpPr>
        <dsp:cNvPr id="0" name=""/>
        <dsp:cNvSpPr/>
      </dsp:nvSpPr>
      <dsp:spPr>
        <a:xfrm>
          <a:off x="7644890" y="3756737"/>
          <a:ext cx="1182556" cy="827751"/>
        </a:xfrm>
        <a:prstGeom prst="roundRect">
          <a:avLst>
            <a:gd name="adj" fmla="val 1667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7150" tIns="57150" rIns="57150" bIns="57150" numCol="1" spcCol="1270" anchor="ctr" anchorCtr="0">
          <a:noAutofit/>
        </a:bodyPr>
        <a:lstStyle/>
        <a:p>
          <a:pPr marL="0" lvl="0" indent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kern="1200" dirty="0"/>
            <a:t>PostgreSQL Database</a:t>
          </a:r>
        </a:p>
      </dsp:txBody>
      <dsp:txXfrm>
        <a:off x="7685305" y="3797152"/>
        <a:ext cx="1101726" cy="746921"/>
      </dsp:txXfrm>
    </dsp:sp>
    <dsp:sp modelId="{6E96FCCD-5CA7-4005-AB79-FB40CF62EAF3}">
      <dsp:nvSpPr>
        <dsp:cNvPr id="0" name=""/>
        <dsp:cNvSpPr/>
      </dsp:nvSpPr>
      <dsp:spPr>
        <a:xfrm>
          <a:off x="8827446" y="3835682"/>
          <a:ext cx="860078" cy="66902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120F2513-56C8-4C1E-8479-0B70F06EF3FB}">
      <dsp:nvSpPr>
        <dsp:cNvPr id="0" name=""/>
        <dsp:cNvSpPr/>
      </dsp:nvSpPr>
      <dsp:spPr>
        <a:xfrm>
          <a:off x="8625355" y="4686575"/>
          <a:ext cx="1182556" cy="827751"/>
        </a:xfrm>
        <a:prstGeom prst="roundRect">
          <a:avLst>
            <a:gd name="adj" fmla="val 1667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7150" tIns="57150" rIns="57150" bIns="57150" numCol="1" spcCol="1270" anchor="ctr" anchorCtr="0">
          <a:noAutofit/>
        </a:bodyPr>
        <a:lstStyle/>
        <a:p>
          <a:pPr marL="0" lvl="0" indent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kern="1200" dirty="0"/>
            <a:t>Flask Dashboard</a:t>
          </a:r>
        </a:p>
      </dsp:txBody>
      <dsp:txXfrm>
        <a:off x="8665770" y="4726990"/>
        <a:ext cx="1101726" cy="746921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3DFF8E60-F41A-4669-8AD6-99B6A9D54102}">
      <dsp:nvSpPr>
        <dsp:cNvPr id="0" name=""/>
        <dsp:cNvSpPr/>
      </dsp:nvSpPr>
      <dsp:spPr>
        <a:xfrm rot="5400000">
          <a:off x="5084623" y="-2174633"/>
          <a:ext cx="556665" cy="5047488"/>
        </a:xfrm>
        <a:prstGeom prst="round2SameRect">
          <a:avLst/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06680" tIns="53340" rIns="106680" bIns="53340" numCol="1" spcCol="1270" anchor="ctr" anchorCtr="0">
          <a:noAutofit/>
        </a:bodyPr>
        <a:lstStyle/>
        <a:p>
          <a:pPr marL="285750" lvl="1" indent="-285750" algn="l" defTabSz="12446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2800" kern="1200" dirty="0"/>
            <a:t>interaction SSH honeypot</a:t>
          </a:r>
        </a:p>
      </dsp:txBody>
      <dsp:txXfrm rot="-5400000">
        <a:off x="2839212" y="97952"/>
        <a:ext cx="5020314" cy="502317"/>
      </dsp:txXfrm>
    </dsp:sp>
    <dsp:sp modelId="{3CC51C78-53E1-4DE7-9E60-81691BD6E056}">
      <dsp:nvSpPr>
        <dsp:cNvPr id="0" name=""/>
        <dsp:cNvSpPr/>
      </dsp:nvSpPr>
      <dsp:spPr>
        <a:xfrm>
          <a:off x="0" y="1195"/>
          <a:ext cx="2839212" cy="695831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2870" tIns="51435" rIns="102870" bIns="51435" numCol="1" spcCol="1270" anchor="ctr" anchorCtr="0">
          <a:noAutofit/>
        </a:bodyPr>
        <a:lstStyle/>
        <a:p>
          <a:pPr marL="0" lvl="0" indent="0" algn="ctr" defTabSz="1200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700" kern="1200" dirty="0"/>
            <a:t>Cowrie: Medium</a:t>
          </a:r>
        </a:p>
      </dsp:txBody>
      <dsp:txXfrm>
        <a:off x="33968" y="35163"/>
        <a:ext cx="2771276" cy="627895"/>
      </dsp:txXfrm>
    </dsp:sp>
    <dsp:sp modelId="{1A1E8372-DFF3-465C-80D2-1009A71C30FC}">
      <dsp:nvSpPr>
        <dsp:cNvPr id="0" name=""/>
        <dsp:cNvSpPr/>
      </dsp:nvSpPr>
      <dsp:spPr>
        <a:xfrm rot="5400000">
          <a:off x="5084623" y="-1444009"/>
          <a:ext cx="556665" cy="5047488"/>
        </a:xfrm>
        <a:prstGeom prst="round2SameRect">
          <a:avLst/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06680" tIns="53340" rIns="106680" bIns="53340" numCol="1" spcCol="1270" anchor="ctr" anchorCtr="0">
          <a:noAutofit/>
        </a:bodyPr>
        <a:lstStyle/>
        <a:p>
          <a:pPr marL="285750" lvl="1" indent="-285750" algn="l" defTabSz="12446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2800" kern="1200" dirty="0"/>
            <a:t>Log parsing and analysis</a:t>
          </a:r>
        </a:p>
      </dsp:txBody>
      <dsp:txXfrm rot="-5400000">
        <a:off x="2839212" y="828576"/>
        <a:ext cx="5020314" cy="502317"/>
      </dsp:txXfrm>
    </dsp:sp>
    <dsp:sp modelId="{8DCAFBF4-E261-412B-B4C2-E8A6BE81B112}">
      <dsp:nvSpPr>
        <dsp:cNvPr id="0" name=""/>
        <dsp:cNvSpPr/>
      </dsp:nvSpPr>
      <dsp:spPr>
        <a:xfrm>
          <a:off x="0" y="731818"/>
          <a:ext cx="2839212" cy="695831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2870" tIns="51435" rIns="102870" bIns="51435" numCol="1" spcCol="1270" anchor="ctr" anchorCtr="0">
          <a:noAutofit/>
        </a:bodyPr>
        <a:lstStyle/>
        <a:p>
          <a:pPr marL="0" lvl="0" indent="0" algn="ctr" defTabSz="1200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700" kern="1200" dirty="0"/>
            <a:t>Python</a:t>
          </a:r>
        </a:p>
      </dsp:txBody>
      <dsp:txXfrm>
        <a:off x="33968" y="765786"/>
        <a:ext cx="2771276" cy="627895"/>
      </dsp:txXfrm>
    </dsp:sp>
    <dsp:sp modelId="{52DF7727-51DF-46BE-8D82-63D0B9CD6DF4}">
      <dsp:nvSpPr>
        <dsp:cNvPr id="0" name=""/>
        <dsp:cNvSpPr/>
      </dsp:nvSpPr>
      <dsp:spPr>
        <a:xfrm rot="5400000">
          <a:off x="5084623" y="-713386"/>
          <a:ext cx="556665" cy="5047488"/>
        </a:xfrm>
        <a:prstGeom prst="round2SameRect">
          <a:avLst/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06680" tIns="53340" rIns="106680" bIns="53340" numCol="1" spcCol="1270" anchor="ctr" anchorCtr="0">
          <a:noAutofit/>
        </a:bodyPr>
        <a:lstStyle/>
        <a:p>
          <a:pPr marL="285750" lvl="1" indent="-285750" algn="l" defTabSz="12446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2800" kern="1200" dirty="0"/>
            <a:t>Attack data storage</a:t>
          </a:r>
        </a:p>
      </dsp:txBody>
      <dsp:txXfrm rot="-5400000">
        <a:off x="2839212" y="1559199"/>
        <a:ext cx="5020314" cy="502317"/>
      </dsp:txXfrm>
    </dsp:sp>
    <dsp:sp modelId="{642EFAB0-714C-4ACD-AA8A-06B2FA1A2360}">
      <dsp:nvSpPr>
        <dsp:cNvPr id="0" name=""/>
        <dsp:cNvSpPr/>
      </dsp:nvSpPr>
      <dsp:spPr>
        <a:xfrm>
          <a:off x="0" y="1462441"/>
          <a:ext cx="2839212" cy="695831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2870" tIns="51435" rIns="102870" bIns="51435" numCol="1" spcCol="1270" anchor="ctr" anchorCtr="0">
          <a:noAutofit/>
        </a:bodyPr>
        <a:lstStyle/>
        <a:p>
          <a:pPr marL="0" lvl="0" indent="0" algn="ctr" defTabSz="1200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700" kern="1200" dirty="0"/>
            <a:t>PostgreSQL</a:t>
          </a:r>
        </a:p>
      </dsp:txBody>
      <dsp:txXfrm>
        <a:off x="33968" y="1496409"/>
        <a:ext cx="2771276" cy="627895"/>
      </dsp:txXfrm>
    </dsp:sp>
    <dsp:sp modelId="{C9BFBEF6-7098-45C8-8501-61F8C541E0B5}">
      <dsp:nvSpPr>
        <dsp:cNvPr id="0" name=""/>
        <dsp:cNvSpPr/>
      </dsp:nvSpPr>
      <dsp:spPr>
        <a:xfrm rot="5400000">
          <a:off x="5084623" y="17236"/>
          <a:ext cx="556665" cy="5047488"/>
        </a:xfrm>
        <a:prstGeom prst="round2SameRect">
          <a:avLst/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06680" tIns="53340" rIns="106680" bIns="53340" numCol="1" spcCol="1270" anchor="ctr" anchorCtr="0">
          <a:noAutofit/>
        </a:bodyPr>
        <a:lstStyle/>
        <a:p>
          <a:pPr marL="285750" lvl="1" indent="-285750" algn="l" defTabSz="12446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2800" kern="1200" dirty="0"/>
            <a:t>Web framework</a:t>
          </a:r>
        </a:p>
      </dsp:txBody>
      <dsp:txXfrm rot="-5400000">
        <a:off x="2839212" y="2289821"/>
        <a:ext cx="5020314" cy="502317"/>
      </dsp:txXfrm>
    </dsp:sp>
    <dsp:sp modelId="{B053D7B4-AC37-433F-AFB1-E8C26326EA37}">
      <dsp:nvSpPr>
        <dsp:cNvPr id="0" name=""/>
        <dsp:cNvSpPr/>
      </dsp:nvSpPr>
      <dsp:spPr>
        <a:xfrm>
          <a:off x="0" y="2193064"/>
          <a:ext cx="2839212" cy="695831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2870" tIns="51435" rIns="102870" bIns="51435" numCol="1" spcCol="1270" anchor="ctr" anchorCtr="0">
          <a:noAutofit/>
        </a:bodyPr>
        <a:lstStyle/>
        <a:p>
          <a:pPr marL="0" lvl="0" indent="0" algn="ctr" defTabSz="1200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700" kern="1200" dirty="0"/>
            <a:t>Flask</a:t>
          </a:r>
        </a:p>
      </dsp:txBody>
      <dsp:txXfrm>
        <a:off x="33968" y="2227032"/>
        <a:ext cx="2771276" cy="627895"/>
      </dsp:txXfrm>
    </dsp:sp>
    <dsp:sp modelId="{783765F4-4541-4AF7-A5E4-745413ED5309}">
      <dsp:nvSpPr>
        <dsp:cNvPr id="0" name=""/>
        <dsp:cNvSpPr/>
      </dsp:nvSpPr>
      <dsp:spPr>
        <a:xfrm rot="5400000">
          <a:off x="5084623" y="747859"/>
          <a:ext cx="556665" cy="5047488"/>
        </a:xfrm>
        <a:prstGeom prst="round2SameRect">
          <a:avLst/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06680" tIns="53340" rIns="106680" bIns="53340" numCol="1" spcCol="1270" anchor="ctr" anchorCtr="0">
          <a:noAutofit/>
        </a:bodyPr>
        <a:lstStyle/>
        <a:p>
          <a:pPr marL="285750" lvl="1" indent="-285750" algn="l" defTabSz="12446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2800" kern="1200" dirty="0"/>
            <a:t>Visualizations</a:t>
          </a:r>
        </a:p>
      </dsp:txBody>
      <dsp:txXfrm rot="-5400000">
        <a:off x="2839212" y="3020444"/>
        <a:ext cx="5020314" cy="502317"/>
      </dsp:txXfrm>
    </dsp:sp>
    <dsp:sp modelId="{B979E638-59F1-4372-AF6B-1F6FEB028837}">
      <dsp:nvSpPr>
        <dsp:cNvPr id="0" name=""/>
        <dsp:cNvSpPr/>
      </dsp:nvSpPr>
      <dsp:spPr>
        <a:xfrm>
          <a:off x="0" y="2923688"/>
          <a:ext cx="2839212" cy="695831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2870" tIns="51435" rIns="102870" bIns="51435" numCol="1" spcCol="1270" anchor="ctr" anchorCtr="0">
          <a:noAutofit/>
        </a:bodyPr>
        <a:lstStyle/>
        <a:p>
          <a:pPr marL="0" lvl="0" indent="0" algn="ctr" defTabSz="1200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700" kern="1200" dirty="0"/>
            <a:t>Chart.js &amp; Leaflet</a:t>
          </a:r>
        </a:p>
      </dsp:txBody>
      <dsp:txXfrm>
        <a:off x="33968" y="2957656"/>
        <a:ext cx="2771276" cy="627895"/>
      </dsp:txXfrm>
    </dsp:sp>
    <dsp:sp modelId="{5F027074-811B-4941-BF56-894A5903C41F}">
      <dsp:nvSpPr>
        <dsp:cNvPr id="0" name=""/>
        <dsp:cNvSpPr/>
      </dsp:nvSpPr>
      <dsp:spPr>
        <a:xfrm rot="5400000">
          <a:off x="5084623" y="1478483"/>
          <a:ext cx="556665" cy="5047488"/>
        </a:xfrm>
        <a:prstGeom prst="round2SameRect">
          <a:avLst/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06680" tIns="53340" rIns="106680" bIns="53340" numCol="1" spcCol="1270" anchor="ctr" anchorCtr="0">
          <a:noAutofit/>
        </a:bodyPr>
        <a:lstStyle/>
        <a:p>
          <a:pPr marL="285750" lvl="1" indent="-285750" algn="l" defTabSz="12446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2800" kern="1200" dirty="0"/>
            <a:t>Deployment platform</a:t>
          </a:r>
        </a:p>
      </dsp:txBody>
      <dsp:txXfrm rot="-5400000">
        <a:off x="2839212" y="3751068"/>
        <a:ext cx="5020314" cy="502317"/>
      </dsp:txXfrm>
    </dsp:sp>
    <dsp:sp modelId="{A7A53EF4-D7D2-496F-A4F1-2F91D6125B0B}">
      <dsp:nvSpPr>
        <dsp:cNvPr id="0" name=""/>
        <dsp:cNvSpPr/>
      </dsp:nvSpPr>
      <dsp:spPr>
        <a:xfrm>
          <a:off x="0" y="3654311"/>
          <a:ext cx="2839212" cy="695831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2870" tIns="51435" rIns="102870" bIns="51435" numCol="1" spcCol="1270" anchor="ctr" anchorCtr="0">
          <a:noAutofit/>
        </a:bodyPr>
        <a:lstStyle/>
        <a:p>
          <a:pPr marL="0" lvl="0" indent="0" algn="ctr" defTabSz="1200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700" kern="1200" dirty="0"/>
            <a:t>Ubuntu VPS</a:t>
          </a:r>
        </a:p>
      </dsp:txBody>
      <dsp:txXfrm>
        <a:off x="33968" y="3688279"/>
        <a:ext cx="2771276" cy="627895"/>
      </dsp:txXfrm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C4670C75-2C9E-47EE-8F77-16A13F5C5158}">
      <dsp:nvSpPr>
        <dsp:cNvPr id="0" name=""/>
        <dsp:cNvSpPr/>
      </dsp:nvSpPr>
      <dsp:spPr>
        <a:xfrm rot="5400000">
          <a:off x="-236795" y="238852"/>
          <a:ext cx="1578634" cy="1105044"/>
        </a:xfrm>
        <a:prstGeom prst="chevron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160" tIns="10160" rIns="10160" bIns="1016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kern="1200" dirty="0"/>
            <a:t>Statistics Overview</a:t>
          </a:r>
        </a:p>
      </dsp:txBody>
      <dsp:txXfrm rot="-5400000">
        <a:off x="0" y="554579"/>
        <a:ext cx="1105044" cy="473590"/>
      </dsp:txXfrm>
    </dsp:sp>
    <dsp:sp modelId="{D9B93B62-A775-4F52-8A92-CD807C3B937D}">
      <dsp:nvSpPr>
        <dsp:cNvPr id="0" name=""/>
        <dsp:cNvSpPr/>
      </dsp:nvSpPr>
      <dsp:spPr>
        <a:xfrm rot="5400000">
          <a:off x="3982815" y="-2875713"/>
          <a:ext cx="1026112" cy="6781655"/>
        </a:xfrm>
        <a:prstGeom prst="round2Same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9568" tIns="8890" rIns="8890" bIns="8890" numCol="1" spcCol="1270" anchor="ctr" anchorCtr="0">
          <a:noAutofit/>
        </a:bodyPr>
        <a:lstStyle/>
        <a:p>
          <a:pPr marL="114300" lvl="1" indent="-114300" algn="l" defTabSz="6223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400" kern="1200" dirty="0"/>
            <a:t>Total attacks captured</a:t>
          </a:r>
        </a:p>
        <a:p>
          <a:pPr marL="114300" lvl="1" indent="-114300" algn="l" defTabSz="6223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400" kern="1200" dirty="0"/>
            <a:t>Geographic distribution</a:t>
          </a:r>
        </a:p>
        <a:p>
          <a:pPr marL="114300" lvl="1" indent="-114300" algn="l" defTabSz="6223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400" kern="1200" dirty="0"/>
            <a:t>Unique attackers</a:t>
          </a:r>
        </a:p>
        <a:p>
          <a:pPr marL="114300" lvl="1" indent="-114300" algn="l" defTabSz="6223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400" kern="1200" dirty="0"/>
            <a:t>Time range of data</a:t>
          </a:r>
        </a:p>
      </dsp:txBody>
      <dsp:txXfrm rot="-5400000">
        <a:off x="1105044" y="52149"/>
        <a:ext cx="6731564" cy="925930"/>
      </dsp:txXfrm>
    </dsp:sp>
    <dsp:sp modelId="{EC43BF34-B401-4C8D-AB13-70244961DC47}">
      <dsp:nvSpPr>
        <dsp:cNvPr id="0" name=""/>
        <dsp:cNvSpPr/>
      </dsp:nvSpPr>
      <dsp:spPr>
        <a:xfrm rot="5400000">
          <a:off x="-236795" y="1623146"/>
          <a:ext cx="1578634" cy="1105044"/>
        </a:xfrm>
        <a:prstGeom prst="chevron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160" tIns="10160" rIns="10160" bIns="1016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kern="1200" dirty="0"/>
            <a:t>Attack Map</a:t>
          </a:r>
        </a:p>
      </dsp:txBody>
      <dsp:txXfrm rot="-5400000">
        <a:off x="0" y="1938873"/>
        <a:ext cx="1105044" cy="473590"/>
      </dsp:txXfrm>
    </dsp:sp>
    <dsp:sp modelId="{671AC60F-1DD4-496D-875E-3DEFB3C0B5C4}">
      <dsp:nvSpPr>
        <dsp:cNvPr id="0" name=""/>
        <dsp:cNvSpPr/>
      </dsp:nvSpPr>
      <dsp:spPr>
        <a:xfrm rot="5400000">
          <a:off x="3982815" y="-1491419"/>
          <a:ext cx="1026112" cy="6781655"/>
        </a:xfrm>
        <a:prstGeom prst="round2Same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9568" tIns="8890" rIns="8890" bIns="8890" numCol="1" spcCol="1270" anchor="ctr" anchorCtr="0">
          <a:noAutofit/>
        </a:bodyPr>
        <a:lstStyle/>
        <a:p>
          <a:pPr marL="114300" lvl="1" indent="-114300" algn="l" defTabSz="6223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400" kern="1200" dirty="0"/>
            <a:t>Show attack origins worldwide</a:t>
          </a:r>
        </a:p>
        <a:p>
          <a:pPr marL="114300" lvl="1" indent="-114300" algn="l" defTabSz="6223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400" kern="1200" dirty="0"/>
            <a:t>Highlight concentration areas (China, Russia, etc.)</a:t>
          </a:r>
        </a:p>
        <a:p>
          <a:pPr marL="114300" lvl="1" indent="-114300" algn="l" defTabSz="6223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400" kern="1200" dirty="0"/>
            <a:t>Click markers to </a:t>
          </a:r>
          <a:r>
            <a:rPr lang="en-US" sz="1400" kern="1200"/>
            <a:t>show details</a:t>
          </a:r>
          <a:endParaRPr lang="en-US" sz="1400" kern="1200" dirty="0"/>
        </a:p>
      </dsp:txBody>
      <dsp:txXfrm rot="-5400000">
        <a:off x="1105044" y="1436443"/>
        <a:ext cx="6731564" cy="925930"/>
      </dsp:txXfrm>
    </dsp:sp>
    <dsp:sp modelId="{CEA26BBA-D0F3-4A6B-8614-288BE01CAB8E}">
      <dsp:nvSpPr>
        <dsp:cNvPr id="0" name=""/>
        <dsp:cNvSpPr/>
      </dsp:nvSpPr>
      <dsp:spPr>
        <a:xfrm rot="5400000">
          <a:off x="-236795" y="3007440"/>
          <a:ext cx="1578634" cy="1105044"/>
        </a:xfrm>
        <a:prstGeom prst="chevron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160" tIns="10160" rIns="10160" bIns="1016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kern="1200" dirty="0"/>
            <a:t>Attack Timeline</a:t>
          </a:r>
        </a:p>
      </dsp:txBody>
      <dsp:txXfrm rot="-5400000">
        <a:off x="0" y="3323167"/>
        <a:ext cx="1105044" cy="473590"/>
      </dsp:txXfrm>
    </dsp:sp>
    <dsp:sp modelId="{71D197A3-A0FB-48EC-A67C-003AA660B94A}">
      <dsp:nvSpPr>
        <dsp:cNvPr id="0" name=""/>
        <dsp:cNvSpPr/>
      </dsp:nvSpPr>
      <dsp:spPr>
        <a:xfrm rot="5400000">
          <a:off x="3982815" y="-107126"/>
          <a:ext cx="1026112" cy="6781655"/>
        </a:xfrm>
        <a:prstGeom prst="round2Same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9568" tIns="8890" rIns="8890" bIns="8890" numCol="1" spcCol="1270" anchor="ctr" anchorCtr="0">
          <a:noAutofit/>
        </a:bodyPr>
        <a:lstStyle/>
        <a:p>
          <a:pPr marL="114300" lvl="1" indent="-114300" algn="l" defTabSz="6223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400" kern="1200" dirty="0"/>
            <a:t>Show attack patterns over time</a:t>
          </a:r>
        </a:p>
        <a:p>
          <a:pPr marL="114300" lvl="1" indent="-114300" algn="l" defTabSz="6223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400" kern="1200" dirty="0"/>
            <a:t>Point out peak activity periods</a:t>
          </a:r>
        </a:p>
        <a:p>
          <a:pPr marL="114300" lvl="1" indent="-114300" algn="l" defTabSz="6223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400" kern="1200" dirty="0"/>
            <a:t>Discuss 24/7 </a:t>
          </a:r>
          <a:r>
            <a:rPr lang="en-US" sz="1400" kern="1200"/>
            <a:t>automated scanning</a:t>
          </a:r>
          <a:endParaRPr lang="en-US" sz="1400" kern="1200" dirty="0"/>
        </a:p>
      </dsp:txBody>
      <dsp:txXfrm rot="-5400000">
        <a:off x="1105044" y="2820736"/>
        <a:ext cx="6731564" cy="925930"/>
      </dsp:txXfrm>
    </dsp:sp>
  </dsp:spTree>
</dsp:drawing>
</file>

<file path=ppt/diagrams/drawing4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C4670C75-2C9E-47EE-8F77-16A13F5C5158}">
      <dsp:nvSpPr>
        <dsp:cNvPr id="0" name=""/>
        <dsp:cNvSpPr/>
      </dsp:nvSpPr>
      <dsp:spPr>
        <a:xfrm rot="5400000">
          <a:off x="-347384" y="349707"/>
          <a:ext cx="2315897" cy="1621128"/>
        </a:xfrm>
        <a:prstGeom prst="chevron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4605" tIns="14605" rIns="14605" bIns="14605" numCol="1" spcCol="1270" anchor="ctr" anchorCtr="0">
          <a:noAutofit/>
        </a:bodyPr>
        <a:lstStyle/>
        <a:p>
          <a:pPr marL="0" lvl="0" indent="0" algn="ctr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300" kern="1200"/>
            <a:t>Credential Analysis</a:t>
          </a:r>
          <a:endParaRPr lang="en-US" sz="2300" kern="1200" dirty="0"/>
        </a:p>
      </dsp:txBody>
      <dsp:txXfrm rot="-5400000">
        <a:off x="1" y="812886"/>
        <a:ext cx="1621128" cy="694769"/>
      </dsp:txXfrm>
    </dsp:sp>
    <dsp:sp modelId="{D9B93B62-A775-4F52-8A92-CD807C3B937D}">
      <dsp:nvSpPr>
        <dsp:cNvPr id="0" name=""/>
        <dsp:cNvSpPr/>
      </dsp:nvSpPr>
      <dsp:spPr>
        <a:xfrm rot="5400000">
          <a:off x="4001247" y="-2377796"/>
          <a:ext cx="1505333" cy="6265571"/>
        </a:xfrm>
        <a:prstGeom prst="round2Same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49352" tIns="13335" rIns="13335" bIns="13335" numCol="1" spcCol="1270" anchor="ctr" anchorCtr="0">
          <a:noAutofit/>
        </a:bodyPr>
        <a:lstStyle/>
        <a:p>
          <a:pPr marL="228600" lvl="1" indent="-228600" algn="l" defTabSz="9334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2100" kern="1200"/>
            <a:t>Most common username/password combinations</a:t>
          </a:r>
          <a:endParaRPr lang="en-US" sz="2100" kern="1200" dirty="0"/>
        </a:p>
        <a:p>
          <a:pPr marL="228600" lvl="1" indent="-228600" algn="l" defTabSz="9334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2100" kern="1200" dirty="0"/>
            <a:t>Show predictability of bot attacks</a:t>
          </a:r>
        </a:p>
        <a:p>
          <a:pPr marL="228600" lvl="1" indent="-228600" algn="l" defTabSz="9334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2100" kern="1200" dirty="0"/>
            <a:t>Discuss password security implications</a:t>
          </a:r>
        </a:p>
      </dsp:txBody>
      <dsp:txXfrm rot="-5400000">
        <a:off x="1621128" y="75807"/>
        <a:ext cx="6192087" cy="1358365"/>
      </dsp:txXfrm>
    </dsp:sp>
    <dsp:sp modelId="{EC43BF34-B401-4C8D-AB13-70244961DC47}">
      <dsp:nvSpPr>
        <dsp:cNvPr id="0" name=""/>
        <dsp:cNvSpPr/>
      </dsp:nvSpPr>
      <dsp:spPr>
        <a:xfrm rot="5400000">
          <a:off x="-347384" y="2380502"/>
          <a:ext cx="2315897" cy="1621128"/>
        </a:xfrm>
        <a:prstGeom prst="chevron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4605" tIns="14605" rIns="14605" bIns="14605" numCol="1" spcCol="1270" anchor="ctr" anchorCtr="0">
          <a:noAutofit/>
        </a:bodyPr>
        <a:lstStyle/>
        <a:p>
          <a:pPr marL="0" lvl="0" indent="0" algn="ctr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300" kern="1200"/>
            <a:t>Command Analysis</a:t>
          </a:r>
          <a:endParaRPr lang="en-US" sz="2300" kern="1200" dirty="0"/>
        </a:p>
      </dsp:txBody>
      <dsp:txXfrm rot="-5400000">
        <a:off x="1" y="2843681"/>
        <a:ext cx="1621128" cy="694769"/>
      </dsp:txXfrm>
    </dsp:sp>
    <dsp:sp modelId="{671AC60F-1DD4-496D-875E-3DEFB3C0B5C4}">
      <dsp:nvSpPr>
        <dsp:cNvPr id="0" name=""/>
        <dsp:cNvSpPr/>
      </dsp:nvSpPr>
      <dsp:spPr>
        <a:xfrm rot="5400000">
          <a:off x="4001247" y="-347001"/>
          <a:ext cx="1505333" cy="6265571"/>
        </a:xfrm>
        <a:prstGeom prst="round2Same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49352" tIns="13335" rIns="13335" bIns="13335" numCol="1" spcCol="1270" anchor="ctr" anchorCtr="0">
          <a:noAutofit/>
        </a:bodyPr>
        <a:lstStyle/>
        <a:p>
          <a:pPr marL="228600" lvl="1" indent="-228600" algn="l" defTabSz="9334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2100" kern="1200"/>
            <a:t>Show what attackers try to execute</a:t>
          </a:r>
          <a:endParaRPr lang="en-US" sz="2100" kern="1200" dirty="0"/>
        </a:p>
        <a:p>
          <a:pPr marL="228600" lvl="1" indent="-228600" algn="l" defTabSz="9334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2100" kern="1200" dirty="0"/>
            <a:t>Explain reconnaissance vs exploitation</a:t>
          </a:r>
        </a:p>
        <a:p>
          <a:pPr marL="228600" lvl="1" indent="-228600" algn="l" defTabSz="9334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2100" kern="1200" dirty="0"/>
            <a:t>Point out malware download attempts</a:t>
          </a:r>
        </a:p>
      </dsp:txBody>
      <dsp:txXfrm rot="-5400000">
        <a:off x="1621128" y="2106602"/>
        <a:ext cx="6192087" cy="1358365"/>
      </dsp:txXfrm>
    </dsp:sp>
  </dsp:spTree>
</dsp:drawing>
</file>

<file path=ppt/diagrams/drawing5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BE741DBF-7B74-4217-BA4B-28E0B487114F}">
      <dsp:nvSpPr>
        <dsp:cNvPr id="0" name=""/>
        <dsp:cNvSpPr/>
      </dsp:nvSpPr>
      <dsp:spPr>
        <a:xfrm>
          <a:off x="1642" y="207649"/>
          <a:ext cx="1887693" cy="943846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6195" tIns="24130" rIns="36195" bIns="24130" numCol="1" spcCol="1270" anchor="ctr" anchorCtr="0">
          <a:noAutofit/>
        </a:bodyPr>
        <a:lstStyle/>
        <a:p>
          <a:pPr marL="0" lvl="0" indent="0" algn="ctr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kern="1200" dirty="0"/>
            <a:t>Attackers are relentless</a:t>
          </a:r>
        </a:p>
      </dsp:txBody>
      <dsp:txXfrm>
        <a:off x="29286" y="235293"/>
        <a:ext cx="1832405" cy="888558"/>
      </dsp:txXfrm>
    </dsp:sp>
    <dsp:sp modelId="{AB7EE398-8912-494D-99C6-948057A7C7D7}">
      <dsp:nvSpPr>
        <dsp:cNvPr id="0" name=""/>
        <dsp:cNvSpPr/>
      </dsp:nvSpPr>
      <dsp:spPr>
        <a:xfrm>
          <a:off x="190411" y="1151496"/>
          <a:ext cx="188769" cy="707885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707885"/>
              </a:lnTo>
              <a:lnTo>
                <a:pt x="188769" y="707885"/>
              </a:lnTo>
            </a:path>
          </a:pathLst>
        </a:custGeom>
        <a:noFill/>
        <a:ln w="1905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DA3A64E9-E7EE-452A-A00C-8A9A5CC531B3}">
      <dsp:nvSpPr>
        <dsp:cNvPr id="0" name=""/>
        <dsp:cNvSpPr/>
      </dsp:nvSpPr>
      <dsp:spPr>
        <a:xfrm>
          <a:off x="379181" y="1387457"/>
          <a:ext cx="1510154" cy="943846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8575" tIns="19050" rIns="28575" bIns="19050" numCol="1" spcCol="1270" anchor="ctr" anchorCtr="0">
          <a:noAutofit/>
        </a:bodyPr>
        <a:lstStyle/>
        <a:p>
          <a:pPr marL="0" lvl="0" indent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kern="1200" dirty="0"/>
            <a:t>Attacks start within hours of deployment</a:t>
          </a:r>
        </a:p>
      </dsp:txBody>
      <dsp:txXfrm>
        <a:off x="406825" y="1415101"/>
        <a:ext cx="1454866" cy="888558"/>
      </dsp:txXfrm>
    </dsp:sp>
    <dsp:sp modelId="{2C6E74E6-30B9-4469-AD53-B034DE1D3743}">
      <dsp:nvSpPr>
        <dsp:cNvPr id="0" name=""/>
        <dsp:cNvSpPr/>
      </dsp:nvSpPr>
      <dsp:spPr>
        <a:xfrm>
          <a:off x="190411" y="1151496"/>
          <a:ext cx="188769" cy="1887693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1887693"/>
              </a:lnTo>
              <a:lnTo>
                <a:pt x="188769" y="1887693"/>
              </a:lnTo>
            </a:path>
          </a:pathLst>
        </a:custGeom>
        <a:noFill/>
        <a:ln w="1905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237D74DA-10BD-41FB-807F-1E1400EC0F9D}">
      <dsp:nvSpPr>
        <dsp:cNvPr id="0" name=""/>
        <dsp:cNvSpPr/>
      </dsp:nvSpPr>
      <dsp:spPr>
        <a:xfrm>
          <a:off x="379181" y="2567266"/>
          <a:ext cx="1510154" cy="943846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8575" tIns="19050" rIns="28575" bIns="19050" numCol="1" spcCol="1270" anchor="ctr" anchorCtr="0">
          <a:noAutofit/>
        </a:bodyPr>
        <a:lstStyle/>
        <a:p>
          <a:pPr marL="0" lvl="0" indent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kern="1200" dirty="0"/>
            <a:t>24/7 automated scanning is constant</a:t>
          </a:r>
        </a:p>
      </dsp:txBody>
      <dsp:txXfrm>
        <a:off x="406825" y="2594910"/>
        <a:ext cx="1454866" cy="888558"/>
      </dsp:txXfrm>
    </dsp:sp>
    <dsp:sp modelId="{7057FC8E-26A8-4F55-AA9C-773C89328CD0}">
      <dsp:nvSpPr>
        <dsp:cNvPr id="0" name=""/>
        <dsp:cNvSpPr/>
      </dsp:nvSpPr>
      <dsp:spPr>
        <a:xfrm>
          <a:off x="190411" y="1151496"/>
          <a:ext cx="188769" cy="3067501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3067501"/>
              </a:lnTo>
              <a:lnTo>
                <a:pt x="188769" y="3067501"/>
              </a:lnTo>
            </a:path>
          </a:pathLst>
        </a:custGeom>
        <a:noFill/>
        <a:ln w="1905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3362A0C9-6050-469A-BF4F-E36329936EEB}">
      <dsp:nvSpPr>
        <dsp:cNvPr id="0" name=""/>
        <dsp:cNvSpPr/>
      </dsp:nvSpPr>
      <dsp:spPr>
        <a:xfrm>
          <a:off x="379181" y="3747074"/>
          <a:ext cx="1510154" cy="943846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8575" tIns="19050" rIns="28575" bIns="19050" numCol="1" spcCol="1270" anchor="ctr" anchorCtr="0">
          <a:noAutofit/>
        </a:bodyPr>
        <a:lstStyle/>
        <a:p>
          <a:pPr marL="0" lvl="0" indent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kern="1200" dirty="0"/>
            <a:t>No system goes unnoticed on </a:t>
          </a:r>
          <a:r>
            <a:rPr lang="en-US" sz="1500" kern="1200"/>
            <a:t>the internet</a:t>
          </a:r>
          <a:endParaRPr lang="en-US" sz="1500" kern="1200" dirty="0"/>
        </a:p>
      </dsp:txBody>
      <dsp:txXfrm>
        <a:off x="406825" y="3774718"/>
        <a:ext cx="1454866" cy="888558"/>
      </dsp:txXfrm>
    </dsp:sp>
    <dsp:sp modelId="{88DFF134-8120-41FD-ABAE-C168A94D5BCE}">
      <dsp:nvSpPr>
        <dsp:cNvPr id="0" name=""/>
        <dsp:cNvSpPr/>
      </dsp:nvSpPr>
      <dsp:spPr>
        <a:xfrm>
          <a:off x="2361259" y="207649"/>
          <a:ext cx="1887693" cy="943846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6195" tIns="24130" rIns="36195" bIns="24130" numCol="1" spcCol="1270" anchor="ctr" anchorCtr="0">
          <a:noAutofit/>
        </a:bodyPr>
        <a:lstStyle/>
        <a:p>
          <a:pPr marL="0" lvl="0" indent="0" algn="ctr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kern="1200" dirty="0"/>
            <a:t>Common credentials are dangerous</a:t>
          </a:r>
        </a:p>
      </dsp:txBody>
      <dsp:txXfrm>
        <a:off x="2388903" y="235293"/>
        <a:ext cx="1832405" cy="888558"/>
      </dsp:txXfrm>
    </dsp:sp>
    <dsp:sp modelId="{37A3418E-9D9F-4A9C-BFCC-6BB6EF2565F3}">
      <dsp:nvSpPr>
        <dsp:cNvPr id="0" name=""/>
        <dsp:cNvSpPr/>
      </dsp:nvSpPr>
      <dsp:spPr>
        <a:xfrm>
          <a:off x="2550028" y="1151496"/>
          <a:ext cx="188769" cy="707885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707885"/>
              </a:lnTo>
              <a:lnTo>
                <a:pt x="188769" y="707885"/>
              </a:lnTo>
            </a:path>
          </a:pathLst>
        </a:custGeom>
        <a:noFill/>
        <a:ln w="1905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7C92B80C-DF43-45DF-A09A-C22530937D89}">
      <dsp:nvSpPr>
        <dsp:cNvPr id="0" name=""/>
        <dsp:cNvSpPr/>
      </dsp:nvSpPr>
      <dsp:spPr>
        <a:xfrm>
          <a:off x="2738798" y="1387457"/>
          <a:ext cx="1510154" cy="943846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8575" tIns="19050" rIns="28575" bIns="19050" numCol="1" spcCol="1270" anchor="ctr" anchorCtr="0">
          <a:noAutofit/>
        </a:bodyPr>
        <a:lstStyle/>
        <a:p>
          <a:pPr marL="0" lvl="0" indent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kern="1200" dirty="0"/>
            <a:t>Default passwords are </a:t>
          </a:r>
          <a:r>
            <a:rPr lang="en-US" sz="1500" kern="1200"/>
            <a:t>tried first</a:t>
          </a:r>
          <a:endParaRPr lang="en-US" sz="1500" kern="1200" dirty="0"/>
        </a:p>
      </dsp:txBody>
      <dsp:txXfrm>
        <a:off x="2766442" y="1415101"/>
        <a:ext cx="1454866" cy="888558"/>
      </dsp:txXfrm>
    </dsp:sp>
    <dsp:sp modelId="{4F2BADB2-4135-479F-985E-04E0F7D887E2}">
      <dsp:nvSpPr>
        <dsp:cNvPr id="0" name=""/>
        <dsp:cNvSpPr/>
      </dsp:nvSpPr>
      <dsp:spPr>
        <a:xfrm>
          <a:off x="2550028" y="1151496"/>
          <a:ext cx="188769" cy="1887693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1887693"/>
              </a:lnTo>
              <a:lnTo>
                <a:pt x="188769" y="1887693"/>
              </a:lnTo>
            </a:path>
          </a:pathLst>
        </a:custGeom>
        <a:noFill/>
        <a:ln w="1905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D555001A-9790-41C4-833D-17CB4E0AAE30}">
      <dsp:nvSpPr>
        <dsp:cNvPr id="0" name=""/>
        <dsp:cNvSpPr/>
      </dsp:nvSpPr>
      <dsp:spPr>
        <a:xfrm>
          <a:off x="2738798" y="2567266"/>
          <a:ext cx="1510154" cy="943846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8575" tIns="19050" rIns="28575" bIns="19050" numCol="1" spcCol="1270" anchor="ctr" anchorCtr="0">
          <a:noAutofit/>
        </a:bodyPr>
        <a:lstStyle/>
        <a:p>
          <a:pPr marL="0" lvl="0" indent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kern="1200" dirty="0"/>
            <a:t>Password reuse is heavily exploited</a:t>
          </a:r>
        </a:p>
      </dsp:txBody>
      <dsp:txXfrm>
        <a:off x="2766442" y="2594910"/>
        <a:ext cx="1454866" cy="888558"/>
      </dsp:txXfrm>
    </dsp:sp>
    <dsp:sp modelId="{BEC93D58-6D14-41FB-BD71-9E6BF7D78FB9}">
      <dsp:nvSpPr>
        <dsp:cNvPr id="0" name=""/>
        <dsp:cNvSpPr/>
      </dsp:nvSpPr>
      <dsp:spPr>
        <a:xfrm>
          <a:off x="2550028" y="1151496"/>
          <a:ext cx="188769" cy="3067501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3067501"/>
              </a:lnTo>
              <a:lnTo>
                <a:pt x="188769" y="3067501"/>
              </a:lnTo>
            </a:path>
          </a:pathLst>
        </a:custGeom>
        <a:noFill/>
        <a:ln w="1905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9049C750-CB98-4129-BA2B-91FEECB4620A}">
      <dsp:nvSpPr>
        <dsp:cNvPr id="0" name=""/>
        <dsp:cNvSpPr/>
      </dsp:nvSpPr>
      <dsp:spPr>
        <a:xfrm>
          <a:off x="2738798" y="3747074"/>
          <a:ext cx="1510154" cy="943846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8575" tIns="19050" rIns="28575" bIns="19050" numCol="1" spcCol="1270" anchor="ctr" anchorCtr="0">
          <a:noAutofit/>
        </a:bodyPr>
        <a:lstStyle/>
        <a:p>
          <a:pPr marL="0" lvl="0" indent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kern="1200" dirty="0"/>
            <a:t>Strong, unique passwords are critical</a:t>
          </a:r>
        </a:p>
      </dsp:txBody>
      <dsp:txXfrm>
        <a:off x="2766442" y="3774718"/>
        <a:ext cx="1454866" cy="888558"/>
      </dsp:txXfrm>
    </dsp:sp>
    <dsp:sp modelId="{4E647F82-9CFD-4104-A961-2DE427444D91}">
      <dsp:nvSpPr>
        <dsp:cNvPr id="0" name=""/>
        <dsp:cNvSpPr/>
      </dsp:nvSpPr>
      <dsp:spPr>
        <a:xfrm>
          <a:off x="4720876" y="207649"/>
          <a:ext cx="1887693" cy="943846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6195" tIns="24130" rIns="36195" bIns="24130" numCol="1" spcCol="1270" anchor="ctr" anchorCtr="0">
          <a:noAutofit/>
        </a:bodyPr>
        <a:lstStyle/>
        <a:p>
          <a:pPr marL="0" lvl="0" indent="0" algn="ctr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kern="1200" dirty="0"/>
            <a:t>Layered defense is essential</a:t>
          </a:r>
        </a:p>
      </dsp:txBody>
      <dsp:txXfrm>
        <a:off x="4748520" y="235293"/>
        <a:ext cx="1832405" cy="888558"/>
      </dsp:txXfrm>
    </dsp:sp>
    <dsp:sp modelId="{2A471A87-F517-49D9-8BF3-9A9399EDB641}">
      <dsp:nvSpPr>
        <dsp:cNvPr id="0" name=""/>
        <dsp:cNvSpPr/>
      </dsp:nvSpPr>
      <dsp:spPr>
        <a:xfrm>
          <a:off x="4909645" y="1151496"/>
          <a:ext cx="188769" cy="707885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707885"/>
              </a:lnTo>
              <a:lnTo>
                <a:pt x="188769" y="707885"/>
              </a:lnTo>
            </a:path>
          </a:pathLst>
        </a:custGeom>
        <a:noFill/>
        <a:ln w="1905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F35BA679-1925-45AA-814E-A3F115C57C3B}">
      <dsp:nvSpPr>
        <dsp:cNvPr id="0" name=""/>
        <dsp:cNvSpPr/>
      </dsp:nvSpPr>
      <dsp:spPr>
        <a:xfrm>
          <a:off x="5098414" y="1387457"/>
          <a:ext cx="1510154" cy="943846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8575" tIns="19050" rIns="28575" bIns="19050" numCol="1" spcCol="1270" anchor="ctr" anchorCtr="0">
          <a:noAutofit/>
        </a:bodyPr>
        <a:lstStyle/>
        <a:p>
          <a:pPr marL="0" lvl="0" indent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kern="1200" dirty="0"/>
            <a:t>Single security measure is insufficient</a:t>
          </a:r>
        </a:p>
      </dsp:txBody>
      <dsp:txXfrm>
        <a:off x="5126058" y="1415101"/>
        <a:ext cx="1454866" cy="888558"/>
      </dsp:txXfrm>
    </dsp:sp>
    <dsp:sp modelId="{4EBCDD9E-CE6E-4C6F-B83A-F0166E7F6A39}">
      <dsp:nvSpPr>
        <dsp:cNvPr id="0" name=""/>
        <dsp:cNvSpPr/>
      </dsp:nvSpPr>
      <dsp:spPr>
        <a:xfrm>
          <a:off x="4909645" y="1151496"/>
          <a:ext cx="188769" cy="1887693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1887693"/>
              </a:lnTo>
              <a:lnTo>
                <a:pt x="188769" y="1887693"/>
              </a:lnTo>
            </a:path>
          </a:pathLst>
        </a:custGeom>
        <a:noFill/>
        <a:ln w="1905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316CEF16-4224-4863-A0A3-F2713F9DA88D}">
      <dsp:nvSpPr>
        <dsp:cNvPr id="0" name=""/>
        <dsp:cNvSpPr/>
      </dsp:nvSpPr>
      <dsp:spPr>
        <a:xfrm>
          <a:off x="5098414" y="2567266"/>
          <a:ext cx="1510154" cy="943846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8575" tIns="19050" rIns="28575" bIns="19050" numCol="1" spcCol="1270" anchor="ctr" anchorCtr="0">
          <a:noAutofit/>
        </a:bodyPr>
        <a:lstStyle/>
        <a:p>
          <a:pPr marL="0" lvl="0" indent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kern="1200" dirty="0"/>
            <a:t>Monitoring and detection are crucial</a:t>
          </a:r>
        </a:p>
      </dsp:txBody>
      <dsp:txXfrm>
        <a:off x="5126058" y="2594910"/>
        <a:ext cx="1454866" cy="888558"/>
      </dsp:txXfrm>
    </dsp:sp>
    <dsp:sp modelId="{03A86891-62A6-4719-A880-1688DB051499}">
      <dsp:nvSpPr>
        <dsp:cNvPr id="0" name=""/>
        <dsp:cNvSpPr/>
      </dsp:nvSpPr>
      <dsp:spPr>
        <a:xfrm>
          <a:off x="4909645" y="1151496"/>
          <a:ext cx="188769" cy="3067501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3067501"/>
              </a:lnTo>
              <a:lnTo>
                <a:pt x="188769" y="3067501"/>
              </a:lnTo>
            </a:path>
          </a:pathLst>
        </a:custGeom>
        <a:noFill/>
        <a:ln w="1905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BA5103F0-C1AA-4080-85E0-E3D6371BFC72}">
      <dsp:nvSpPr>
        <dsp:cNvPr id="0" name=""/>
        <dsp:cNvSpPr/>
      </dsp:nvSpPr>
      <dsp:spPr>
        <a:xfrm>
          <a:off x="5098414" y="3747074"/>
          <a:ext cx="1510154" cy="943846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8575" tIns="19050" rIns="28575" bIns="19050" numCol="1" spcCol="1270" anchor="ctr" anchorCtr="0">
          <a:noAutofit/>
        </a:bodyPr>
        <a:lstStyle/>
        <a:p>
          <a:pPr marL="0" lvl="0" indent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kern="1200" dirty="0"/>
            <a:t>Isolation prevents lateral movement</a:t>
          </a:r>
        </a:p>
      </dsp:txBody>
      <dsp:txXfrm>
        <a:off x="5126058" y="3774718"/>
        <a:ext cx="1454866" cy="888558"/>
      </dsp:txXfrm>
    </dsp:sp>
    <dsp:sp modelId="{3F37ADC6-D471-4409-BDA7-5A2CD3490B69}">
      <dsp:nvSpPr>
        <dsp:cNvPr id="0" name=""/>
        <dsp:cNvSpPr/>
      </dsp:nvSpPr>
      <dsp:spPr>
        <a:xfrm>
          <a:off x="7080493" y="207649"/>
          <a:ext cx="1887693" cy="943846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6195" tIns="24130" rIns="36195" bIns="24130" numCol="1" spcCol="1270" anchor="ctr" anchorCtr="0">
          <a:noAutofit/>
        </a:bodyPr>
        <a:lstStyle/>
        <a:p>
          <a:pPr marL="0" lvl="0" indent="0" algn="ctr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kern="1200" dirty="0"/>
            <a:t>Threat intelligence is valuable</a:t>
          </a:r>
        </a:p>
      </dsp:txBody>
      <dsp:txXfrm>
        <a:off x="7108137" y="235293"/>
        <a:ext cx="1832405" cy="888558"/>
      </dsp:txXfrm>
    </dsp:sp>
    <dsp:sp modelId="{1999F744-C173-421D-B778-4EE57FFE2088}">
      <dsp:nvSpPr>
        <dsp:cNvPr id="0" name=""/>
        <dsp:cNvSpPr/>
      </dsp:nvSpPr>
      <dsp:spPr>
        <a:xfrm>
          <a:off x="7269262" y="1151496"/>
          <a:ext cx="188769" cy="707885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707885"/>
              </a:lnTo>
              <a:lnTo>
                <a:pt x="188769" y="707885"/>
              </a:lnTo>
            </a:path>
          </a:pathLst>
        </a:custGeom>
        <a:noFill/>
        <a:ln w="1905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A58D21E9-481D-4451-AD63-F102AB8B626B}">
      <dsp:nvSpPr>
        <dsp:cNvPr id="0" name=""/>
        <dsp:cNvSpPr/>
      </dsp:nvSpPr>
      <dsp:spPr>
        <a:xfrm>
          <a:off x="7458031" y="1387457"/>
          <a:ext cx="1510154" cy="943846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8575" tIns="19050" rIns="28575" bIns="19050" numCol="1" spcCol="1270" anchor="ctr" anchorCtr="0">
          <a:noAutofit/>
        </a:bodyPr>
        <a:lstStyle/>
        <a:p>
          <a:pPr marL="0" lvl="0" indent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kern="1200" dirty="0"/>
            <a:t>Real attacker IPs and techniques</a:t>
          </a:r>
        </a:p>
      </dsp:txBody>
      <dsp:txXfrm>
        <a:off x="7485675" y="1415101"/>
        <a:ext cx="1454866" cy="888558"/>
      </dsp:txXfrm>
    </dsp:sp>
    <dsp:sp modelId="{346E979C-57E2-4B5E-891D-2449FE265D8E}">
      <dsp:nvSpPr>
        <dsp:cNvPr id="0" name=""/>
        <dsp:cNvSpPr/>
      </dsp:nvSpPr>
      <dsp:spPr>
        <a:xfrm>
          <a:off x="7269262" y="1151496"/>
          <a:ext cx="188769" cy="1887693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1887693"/>
              </a:lnTo>
              <a:lnTo>
                <a:pt x="188769" y="1887693"/>
              </a:lnTo>
            </a:path>
          </a:pathLst>
        </a:custGeom>
        <a:noFill/>
        <a:ln w="1905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99FD2B6F-4758-4203-BC44-2199D1ED8A81}">
      <dsp:nvSpPr>
        <dsp:cNvPr id="0" name=""/>
        <dsp:cNvSpPr/>
      </dsp:nvSpPr>
      <dsp:spPr>
        <a:xfrm>
          <a:off x="7458031" y="2567266"/>
          <a:ext cx="1510154" cy="943846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8575" tIns="19050" rIns="28575" bIns="19050" numCol="1" spcCol="1270" anchor="ctr" anchorCtr="0">
          <a:noAutofit/>
        </a:bodyPr>
        <a:lstStyle/>
        <a:p>
          <a:pPr marL="0" lvl="0" indent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kern="1200" dirty="0"/>
            <a:t>Malware samples for analysis</a:t>
          </a:r>
        </a:p>
      </dsp:txBody>
      <dsp:txXfrm>
        <a:off x="7485675" y="2594910"/>
        <a:ext cx="1454866" cy="888558"/>
      </dsp:txXfrm>
    </dsp:sp>
    <dsp:sp modelId="{D38DE613-671F-4D1F-BA9E-DDA7188444D6}">
      <dsp:nvSpPr>
        <dsp:cNvPr id="0" name=""/>
        <dsp:cNvSpPr/>
      </dsp:nvSpPr>
      <dsp:spPr>
        <a:xfrm>
          <a:off x="7269262" y="1151496"/>
          <a:ext cx="188769" cy="3067501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3067501"/>
              </a:lnTo>
              <a:lnTo>
                <a:pt x="188769" y="3067501"/>
              </a:lnTo>
            </a:path>
          </a:pathLst>
        </a:custGeom>
        <a:noFill/>
        <a:ln w="1905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2224B5EC-B8DA-404D-8067-3D23D2A52D12}">
      <dsp:nvSpPr>
        <dsp:cNvPr id="0" name=""/>
        <dsp:cNvSpPr/>
      </dsp:nvSpPr>
      <dsp:spPr>
        <a:xfrm>
          <a:off x="7458031" y="3747074"/>
          <a:ext cx="1510154" cy="943846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8575" tIns="19050" rIns="28575" bIns="19050" numCol="1" spcCol="1270" anchor="ctr" anchorCtr="0">
          <a:noAutofit/>
        </a:bodyPr>
        <a:lstStyle/>
        <a:p>
          <a:pPr marL="0" lvl="0" indent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kern="1200" dirty="0"/>
            <a:t>Understanding TTPs (Tactics, Techniques, Procedures)</a:t>
          </a:r>
        </a:p>
      </dsp:txBody>
      <dsp:txXfrm>
        <a:off x="7485675" y="3774718"/>
        <a:ext cx="1454866" cy="888558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StepDownProcess">
  <dgm:title val=""/>
  <dgm:desc val=""/>
  <dgm:catLst>
    <dgm:cat type="process" pri="1600"/>
  </dgm:catLst>
  <dgm:sampData>
    <dgm:dataModel>
      <dgm:ptLst>
        <dgm:pt modelId="0" type="doc"/>
        <dgm:pt modelId="10">
          <dgm:prSet phldr="1"/>
        </dgm:pt>
        <dgm:pt modelId="11">
          <dgm:prSet phldr="1"/>
        </dgm:pt>
        <dgm:pt modelId="20">
          <dgm:prSet phldr="1"/>
        </dgm:pt>
        <dgm:pt modelId="21">
          <dgm:prSet phldr="1"/>
        </dgm:pt>
        <dgm:pt modelId="30">
          <dgm:prSet phldr="1"/>
        </dgm:pt>
        <dgm:pt modelId="31">
          <dgm:prSet phldr="1"/>
        </dgm:pt>
      </dgm:ptLst>
      <dgm:cxnLst>
        <dgm:cxn modelId="60" srcId="0" destId="10" srcOrd="0" destOrd="0"/>
        <dgm:cxn modelId="12" srcId="10" destId="11" srcOrd="0" destOrd="0"/>
        <dgm:cxn modelId="70" srcId="0" destId="20" srcOrd="1" destOrd="0"/>
        <dgm:cxn modelId="22" srcId="20" destId="21" srcOrd="0" destOrd="0"/>
        <dgm:cxn modelId="80" srcId="0" destId="30" srcOrd="2" destOrd="0"/>
        <dgm:cxn modelId="32" srcId="30" destId="31" srcOrd="0" destOrd="0"/>
      </dgm:cxnLst>
      <dgm:bg/>
      <dgm:whole/>
    </dgm:dataModel>
  </dgm:sampData>
  <dgm:styleData>
    <dgm:dataModel>
      <dgm:ptLst>
        <dgm:pt modelId="0" type="doc"/>
        <dgm:pt modelId="10">
          <dgm:prSet phldr="1"/>
        </dgm:pt>
        <dgm:pt modelId="20">
          <dgm:prSet phldr="1"/>
        </dgm:pt>
      </dgm:ptLst>
      <dgm:cxnLst>
        <dgm:cxn modelId="60" srcId="0" destId="10" srcOrd="0" destOrd="0"/>
        <dgm:cxn modelId="70" srcId="0" destId="20" srcOrd="1" destOrd="0"/>
      </dgm:cxnLst>
      <dgm:bg/>
      <dgm:whole/>
    </dgm:dataModel>
  </dgm:styleData>
  <dgm:clrData>
    <dgm:dataModel>
      <dgm:ptLst>
        <dgm:pt modelId="0" type="doc"/>
        <dgm:pt modelId="10">
          <dgm:prSet phldr="1"/>
        </dgm:pt>
        <dgm:pt modelId="20">
          <dgm:prSet phldr="1"/>
        </dgm:pt>
        <dgm:pt modelId="30">
          <dgm:prSet phldr="1"/>
        </dgm:pt>
        <dgm:pt modelId="40">
          <dgm:prSet phldr="1"/>
        </dgm:pt>
      </dgm:ptLst>
      <dgm:cxnLst>
        <dgm:cxn modelId="60" srcId="0" destId="10" srcOrd="0" destOrd="0"/>
        <dgm:cxn modelId="70" srcId="0" destId="20" srcOrd="1" destOrd="0"/>
        <dgm:cxn modelId="80" srcId="0" destId="30" srcOrd="2" destOrd="0"/>
        <dgm:cxn modelId="90" srcId="0" destId="40" srcOrd="3" destOrd="0"/>
      </dgm:cxnLst>
      <dgm:bg/>
      <dgm:whole/>
    </dgm:dataModel>
  </dgm:clrData>
  <dgm:layoutNode name="rootnode">
    <dgm:varLst>
      <dgm:chMax/>
      <dgm:chPref/>
      <dgm:dir/>
      <dgm:animLvl val="lvl"/>
    </dgm:varLst>
    <dgm:choose name="Name0">
      <dgm:if name="Name1" func="var" arg="dir" op="equ" val="norm">
        <dgm:alg type="snake">
          <dgm:param type="grDir" val="tL"/>
          <dgm:param type="flowDir" val="row"/>
          <dgm:param type="off" val="off"/>
          <dgm:param type="bkpt" val="fixed"/>
          <dgm:param type="bkPtFixedVal" val="1"/>
        </dgm:alg>
      </dgm:if>
      <dgm:else name="Name2">
        <dgm:alg type="snake">
          <dgm:param type="grDir" val="tR"/>
          <dgm:param type="flowDir" val="row"/>
          <dgm:param type="off" val="off"/>
          <dgm:param type="bkpt" val="fixed"/>
          <dgm:param type="bkPtFixedVal" val="1"/>
        </dgm:alg>
      </dgm:else>
    </dgm:choose>
    <dgm:shape xmlns:r="http://schemas.openxmlformats.org/officeDocument/2006/relationships" r:blip="">
      <dgm:adjLst/>
    </dgm:shape>
    <dgm:choose name="Name3">
      <dgm:if name="Name4" func="var" arg="dir" op="equ" val="norm">
        <dgm:constrLst>
          <dgm:constr type="alignOff" forName="rootnode" val="0.48"/>
          <dgm:constr type="primFontSz" for="des" forName="ParentText" val="65"/>
          <dgm:constr type="primFontSz" for="des" forName="ChildText" refType="primFontSz" refFor="des" refForName="ParentText" op="lte"/>
          <dgm:constr type="w" for="ch" forName="composite" refType="w"/>
          <dgm:constr type="h" for="ch" forName="composite" refType="h"/>
          <dgm:constr type="sp" refType="h" refFor="ch" refForName="composite" op="equ" fact="-0.38"/>
        </dgm:constrLst>
      </dgm:if>
      <dgm:else name="Name5">
        <dgm:constrLst>
          <dgm:constr type="alignOff" forName="rootnode" val="0.48"/>
          <dgm:constr type="primFontSz" for="des" forName="ParentText" val="65"/>
          <dgm:constr type="primFontSz" for="des" forName="ChildText" refType="primFontSz" refFor="des" refForName="ParentText" op="lte"/>
          <dgm:constr type="w" for="ch" forName="composite" refType="w"/>
          <dgm:constr type="h" for="ch" forName="composite" refType="h"/>
          <dgm:constr type="sp" refType="h" refFor="ch" refForName="composite" op="equ" fact="-0.38"/>
        </dgm:constrLst>
      </dgm:else>
    </dgm:choose>
    <dgm:forEach name="nodesForEach" axis="ch" ptType="node">
      <dgm:layoutNode name="composite">
        <dgm:alg type="composite">
          <dgm:param type="ar" val="1.2439"/>
        </dgm:alg>
        <dgm:shape xmlns:r="http://schemas.openxmlformats.org/officeDocument/2006/relationships" r:blip="">
          <dgm:adjLst/>
        </dgm:shape>
        <dgm:choose name="Name6">
          <dgm:if name="Name7" func="var" arg="dir" op="equ" val="norm">
            <dgm:constrLst>
              <dgm:constr type="l" for="ch" forName="bentUpArrow1" refType="w" fact="0.07"/>
              <dgm:constr type="t" for="ch" forName="bentUpArrow1" refType="h" fact="0.524"/>
              <dgm:constr type="w" for="ch" forName="bentUpArrow1" refType="w" fact="0.3844"/>
              <dgm:constr type="h" for="ch" forName="bentUpArrow1" refType="h" fact="0.42"/>
              <dgm:constr type="l" for="ch" forName="ParentText" refType="w" fact="0"/>
              <dgm:constr type="t" for="ch" forName="ParentText" refType="h" fact="0"/>
              <dgm:constr type="w" for="ch" forName="ParentText" refType="w" fact="0.5684"/>
              <dgm:constr type="h" for="ch" forName="ParentText" refType="h" fact="0.4949"/>
              <dgm:constr type="l" for="ch" forName="ChildText" refType="w" refFor="ch" refForName="ParentText"/>
              <dgm:constr type="t" for="ch" forName="ChildText" refType="h" fact="0.05"/>
              <dgm:constr type="w" for="ch" forName="ChildText" refType="w" fact="0.4134"/>
              <dgm:constr type="h" for="ch" forName="ChildText" refType="h" fact="0.4"/>
              <dgm:constr type="l" for="ch" forName="FinalChildText" refType="w" refFor="ch" refForName="ParentText"/>
              <dgm:constr type="t" for="ch" forName="FinalChildText" refType="h" fact="0.05"/>
              <dgm:constr type="w" for="ch" forName="FinalChildText" refType="w" fact="0.4134"/>
              <dgm:constr type="h" for="ch" forName="FinalChildText" refType="h" fact="0.4"/>
            </dgm:constrLst>
          </dgm:if>
          <dgm:else name="Name8">
            <dgm:constrLst>
              <dgm:constr type="r" for="ch" forName="bentUpArrow1" refType="w" fact="0.97"/>
              <dgm:constr type="t" for="ch" forName="bentUpArrow1" refType="h" fact="0.524"/>
              <dgm:constr type="w" for="ch" forName="bentUpArrow1" refType="w" fact="0.3844"/>
              <dgm:constr type="h" for="ch" forName="bentUpArrow1" refType="h" fact="0.42"/>
              <dgm:constr type="l" for="ch" forName="ParentText" refType="w" fact="0.4316"/>
              <dgm:constr type="t" for="ch" forName="ParentText" refType="h" fact="0"/>
              <dgm:constr type="w" for="ch" forName="ParentText" refType="w" fact="0.5684"/>
              <dgm:constr type="h" for="ch" forName="ParentText" refType="h" fact="0.4949"/>
              <dgm:constr type="l" for="ch" forName="ChildText" refType="w" fact="0"/>
              <dgm:constr type="t" for="ch" forName="ChildText" refType="h" fact="0.05"/>
              <dgm:constr type="w" for="ch" forName="ChildText" refType="w" fact="0.4134"/>
              <dgm:constr type="h" for="ch" forName="ChildText" refType="h" fact="0.4"/>
              <dgm:constr type="l" for="ch" forName="FinalChildText" refType="w" fact="0"/>
              <dgm:constr type="t" for="ch" forName="FinalChildText" refType="h" fact="0.05"/>
              <dgm:constr type="w" for="ch" forName="FinalChildText" refType="w" fact="0.4134"/>
              <dgm:constr type="h" for="ch" forName="FinalChildText" refType="h" fact="0.4"/>
            </dgm:constrLst>
          </dgm:else>
        </dgm:choose>
        <dgm:choose name="Name9">
          <dgm:if name="Name10" axis="followSib" ptType="node" func="cnt" op="gte" val="1">
            <dgm:layoutNode name="bentUpArrow1" styleLbl="alignImgPlace1">
              <dgm:alg type="sp"/>
              <dgm:choose name="Name11">
                <dgm:if name="Name12" func="var" arg="dir" op="equ" val="norm">
                  <dgm:shape xmlns:r="http://schemas.openxmlformats.org/officeDocument/2006/relationships" rot="90" type="bentUpArrow" r:blip="">
                    <dgm:adjLst>
                      <dgm:adj idx="1" val="0.3284"/>
                      <dgm:adj idx="2" val="0.25"/>
                      <dgm:adj idx="3" val="0.3578"/>
                    </dgm:adjLst>
                  </dgm:shape>
                </dgm:if>
                <dgm:else name="Name13">
                  <dgm:shape xmlns:r="http://schemas.openxmlformats.org/officeDocument/2006/relationships" rot="180" type="bentArrow" r:blip="">
                    <dgm:adjLst>
                      <dgm:adj idx="1" val="0.3284"/>
                      <dgm:adj idx="2" val="0.25"/>
                      <dgm:adj idx="3" val="0.3578"/>
                      <dgm:adj idx="4" val="0"/>
                    </dgm:adjLst>
                  </dgm:shape>
                </dgm:else>
              </dgm:choose>
              <dgm:presOf/>
            </dgm:layoutNode>
          </dgm:if>
          <dgm:else name="Name14"/>
        </dgm:choose>
        <dgm:layoutNode name="ParentText" styleLbl="node1">
          <dgm:varLst>
            <dgm:chMax val="1"/>
            <dgm:chPref val="1"/>
            <dgm:bulletEnabled val="1"/>
          </dgm:varLst>
          <dgm:alg type="tx"/>
          <dgm:shape xmlns:r="http://schemas.openxmlformats.org/officeDocument/2006/relationships" type="roundRect" r:blip="">
            <dgm:adjLst>
              <dgm:adj idx="1" val="0.1667"/>
            </dgm:adjLst>
          </dgm:shape>
          <dgm:presOf axis="self" ptType="node"/>
          <dgm:constrLst>
            <dgm:constr type="lMarg" refType="primFontSz" fact="0.3"/>
            <dgm:constr type="rMarg" refType="primFontSz" fact="0.3"/>
            <dgm:constr type="tMarg" refType="primFontSz" fact="0.3"/>
            <dgm:constr type="bMarg" refType="primFontSz" fact="0.3"/>
          </dgm:constrLst>
          <dgm:ruleLst>
            <dgm:rule type="primFontSz" val="5" fact="NaN" max="NaN"/>
          </dgm:ruleLst>
        </dgm:layoutNode>
        <dgm:choose name="Name15">
          <dgm:if name="Name16" axis="followSib" ptType="node" func="cnt" op="equ" val="0">
            <dgm:choose name="Name17">
              <dgm:if name="Name18" axis="ch" ptType="node" func="cnt" op="gte" val="1">
                <dgm:layoutNode name="FinalChildText" styleLbl="revTx">
                  <dgm:varLst>
                    <dgm:chMax val="0"/>
                    <dgm:chPref val="0"/>
                    <dgm:bulletEnabled val="1"/>
                  </dgm:varLst>
                  <dgm:alg type="tx">
                    <dgm:param type="stBulletLvl" val="1"/>
                    <dgm:param type="txAnchorVertCh" val="mid"/>
                    <dgm:param type="parTxLTRAlign" val="l"/>
                  </dgm:alg>
                  <dgm:shape xmlns:r="http://schemas.openxmlformats.org/officeDocument/2006/relationships" type="rect" r:blip="">
                    <dgm:adjLst/>
                  </dgm:shape>
                  <dgm:presOf axis="des" ptType="node"/>
                  <dgm:constrLst>
                    <dgm:constr type="lMarg" refType="primFontSz" fact="0.3"/>
                    <dgm:constr type="rMarg" refType="primFontSz" fact="0.3"/>
                    <dgm:constr type="tMarg" refType="primFontSz" fact="0.3"/>
                    <dgm:constr type="bMarg" refType="primFontSz" fact="0.3"/>
                  </dgm:constrLst>
                  <dgm:ruleLst>
                    <dgm:rule type="primFontSz" val="5" fact="NaN" max="NaN"/>
                  </dgm:ruleLst>
                </dgm:layoutNode>
              </dgm:if>
              <dgm:else name="Name19"/>
            </dgm:choose>
          </dgm:if>
          <dgm:else name="Name20">
            <dgm:layoutNode name="ChildText" styleLbl="revTx">
              <dgm:varLst>
                <dgm:chMax val="0"/>
                <dgm:chPref val="0"/>
                <dgm:bulletEnabled val="1"/>
              </dgm:varLst>
              <dgm:alg type="tx">
                <dgm:param type="stBulletLvl" val="1"/>
                <dgm:param type="txAnchorVertCh" val="mid"/>
                <dgm:param type="parTxLTRAlign" val="l"/>
              </dgm:alg>
              <dgm:shape xmlns:r="http://schemas.openxmlformats.org/officeDocument/2006/relationships" type="rect" r:blip="">
                <dgm:adjLst/>
              </dgm:shape>
              <dgm:presOf axis="des" ptType="node"/>
              <dgm:constrLst>
                <dgm:constr type="lMarg" refType="primFontSz" fact="0.3"/>
                <dgm:constr type="rMarg" refType="primFontSz" fact="0.3"/>
                <dgm:constr type="tMarg" refType="primFontSz" fact="0.3"/>
                <dgm:constr type="bMarg" refType="primFontSz" fact="0.3"/>
              </dgm:constrLst>
              <dgm:ruleLst>
                <dgm:rule type="primFontSz" val="5" fact="NaN" max="NaN"/>
              </dgm:ruleLst>
            </dgm:layoutNode>
          </dgm:else>
        </dgm:choose>
      </dgm:layoutNode>
      <dgm:forEach name="sibTransForEach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</dgm:layoutNode>
      </dgm:forEach>
    </dgm:forEach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vList5">
  <dgm:title val=""/>
  <dgm:desc val=""/>
  <dgm:catLst>
    <dgm:cat type="list" pri="15000"/>
    <dgm:cat type="convert" pri="2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32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13" srcId="1" destId="11" srcOrd="0" destOrd="0"/>
        <dgm:cxn modelId="14" srcId="1" destId="12" srcOrd="1" destOrd="0"/>
        <dgm:cxn modelId="23" srcId="2" destId="21" srcOrd="0" destOrd="0"/>
        <dgm:cxn modelId="24" srcId="2" destId="22" srcOrd="1" destOrd="0"/>
        <dgm:cxn modelId="33" srcId="3" destId="31" srcOrd="0" destOrd="0"/>
        <dgm:cxn modelId="34" srcId="3" destId="32" srcOrd="1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2"/>
        <dgm:pt modelId="21"/>
      </dgm:ptLst>
      <dgm:cxnLst>
        <dgm:cxn modelId="4" srcId="0" destId="1" srcOrd="0" destOrd="0"/>
        <dgm:cxn modelId="5" srcId="0" destId="2" srcOrd="1" destOrd="0"/>
        <dgm:cxn modelId="13" srcId="1" destId="11" srcOrd="0" destOrd="0"/>
        <dgm:cxn modelId="23" srcId="2" destId="21" srcOrd="0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2"/>
        <dgm:pt modelId="21"/>
        <dgm:pt modelId="3"/>
        <dgm:pt modelId="31"/>
        <dgm:pt modelId="4"/>
        <dgm:pt modelId="41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13" srcId="1" destId="11" srcOrd="0" destOrd="0"/>
        <dgm:cxn modelId="23" srcId="2" destId="21" srcOrd="0" destOrd="0"/>
        <dgm:cxn modelId="33" srcId="3" destId="31" srcOrd="0" destOrd="0"/>
        <dgm:cxn modelId="43" srcId="4" destId="41" srcOrd="0" destOrd="0"/>
      </dgm:cxnLst>
      <dgm:bg/>
      <dgm:whole/>
    </dgm:dataModel>
  </dgm:clrData>
  <dgm:layoutNode name="Name0">
    <dgm:varLst>
      <dgm:dir/>
      <dgm:animLvl val="lvl"/>
      <dgm:resizeHandles val="exact"/>
    </dgm:varLst>
    <dgm:choose name="Name1">
      <dgm:if name="Name2" func="var" arg="dir" op="equ" val="norm">
        <dgm:alg type="lin">
          <dgm:param type="linDir" val="fromT"/>
          <dgm:param type="nodeHorzAlign" val="l"/>
        </dgm:alg>
      </dgm:if>
      <dgm:else name="Name3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h" for="ch" forName="linNode" refType="h"/>
      <dgm:constr type="w" for="ch" forName="linNode" refType="w"/>
      <dgm:constr type="h" for="ch" forName="sp" refType="h" fact="0.05"/>
      <dgm:constr type="primFontSz" for="des" forName="parentText" op="equ" val="65"/>
      <dgm:constr type="secFontSz" for="des" forName="descendantText" op="equ"/>
    </dgm:constrLst>
    <dgm:ruleLst/>
    <dgm:forEach name="Name4" axis="ch" ptType="node">
      <dgm:layoutNode name="linNode">
        <dgm:choose name="Name5">
          <dgm:if name="Name6" func="var" arg="dir" op="equ" val="norm">
            <dgm:alg type="lin">
              <dgm:param type="linDir" val="fromL"/>
            </dgm:alg>
          </dgm:if>
          <dgm:else name="Name7">
            <dgm:alg type="lin">
              <dgm:param type="linDir" val="fromR"/>
            </dgm:alg>
          </dgm:else>
        </dgm:choose>
        <dgm:shape xmlns:r="http://schemas.openxmlformats.org/officeDocument/2006/relationships" r:blip="">
          <dgm:adjLst/>
        </dgm:shape>
        <dgm:presOf/>
        <dgm:constrLst>
          <dgm:constr type="w" for="ch" forName="parentText" refType="w" fact="0.36"/>
          <dgm:constr type="w" for="ch" forName="descendantText" refType="w" fact="0.64"/>
          <dgm:constr type="h" for="ch" forName="parentText" refType="h"/>
          <dgm:constr type="h" for="ch" forName="descendantText" refType="h" refFor="ch" refForName="parentText" fact="0.8"/>
        </dgm:constrLst>
        <dgm:ruleLst/>
        <dgm:layoutNode name="parentText">
          <dgm:varLst>
            <dgm:chMax val="1"/>
            <dgm:bulletEnabled val="1"/>
          </dgm:varLst>
          <dgm:alg type="tx"/>
          <dgm:shape xmlns:r="http://schemas.openxmlformats.org/officeDocument/2006/relationships" type="roundRect" r:blip="" zOrderOff="3">
            <dgm:adjLst/>
          </dgm:shape>
          <dgm:presOf axis="self" ptType="node"/>
          <dgm:constrLst>
            <dgm:constr type="tMarg" refType="primFontSz" fact="0.15"/>
            <dgm:constr type="bMarg" refType="primFontSz" fact="0.15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choose name="Name8">
          <dgm:if name="Name9" axis="ch" ptType="node" func="cnt" op="gte" val="1">
            <dgm:layoutNode name="descendantText" styleLbl="alignAccFollowNode1">
              <dgm:varLst>
                <dgm:bulletEnabled val="1"/>
              </dgm:varLst>
              <dgm:alg type="tx">
                <dgm:param type="stBulletLvl" val="1"/>
                <dgm:param type="txAnchorVertCh" val="mid"/>
              </dgm:alg>
              <dgm:choose name="Name10">
                <dgm:if name="Name11" func="var" arg="dir" op="equ" val="norm">
                  <dgm:shape xmlns:r="http://schemas.openxmlformats.org/officeDocument/2006/relationships" rot="90" type="round2SameRect" r:blip="">
                    <dgm:adjLst/>
                  </dgm:shape>
                </dgm:if>
                <dgm:else name="Name12">
                  <dgm:shape xmlns:r="http://schemas.openxmlformats.org/officeDocument/2006/relationships" rot="-90" type="round2SameRect" r:blip="">
                    <dgm:adjLst/>
                  </dgm:shape>
                </dgm:else>
              </dgm:choose>
              <dgm:presOf axis="des" ptType="node"/>
              <dgm:constrLst>
                <dgm:constr type="secFontSz" val="65"/>
                <dgm:constr type="primFontSz" refType="secFontSz"/>
                <dgm:constr type="lMarg" refType="secFontSz" fact="0.3"/>
                <dgm:constr type="rMarg" refType="secFontSz" fact="0.3"/>
                <dgm:constr type="tMarg" refType="secFontSz" fact="0.15"/>
                <dgm:constr type="bMarg" refType="secFontSz" fact="0.15"/>
              </dgm:constrLst>
              <dgm:ruleLst>
                <dgm:rule type="secFontSz" val="5" fact="NaN" max="NaN"/>
              </dgm:ruleLst>
            </dgm:layoutNode>
          </dgm:if>
          <dgm:else name="Name13"/>
        </dgm:choose>
      </dgm:layoutNode>
      <dgm:forEach name="Name14" axis="followSib" ptType="sibTrans" cnt="1">
        <dgm:layoutNode name="sp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05/8/layout/chevron2">
  <dgm:title val=""/>
  <dgm:desc val=""/>
  <dgm:catLst>
    <dgm:cat type="process" pri="12000"/>
    <dgm:cat type="list" pri="16000"/>
    <dgm:cat type="convert" pri="1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32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13" srcId="1" destId="11" srcOrd="0" destOrd="0"/>
        <dgm:cxn modelId="14" srcId="1" destId="12" srcOrd="1" destOrd="0"/>
        <dgm:cxn modelId="23" srcId="2" destId="21" srcOrd="0" destOrd="0"/>
        <dgm:cxn modelId="24" srcId="2" destId="22" srcOrd="1" destOrd="0"/>
        <dgm:cxn modelId="33" srcId="3" destId="31" srcOrd="0" destOrd="0"/>
        <dgm:cxn modelId="34" srcId="3" destId="32" srcOrd="1" destOrd="0"/>
      </dgm:cxnLst>
      <dgm:bg/>
      <dgm:whole/>
    </dgm:dataModel>
  </dgm:sampData>
  <dgm:styleData>
    <dgm:dataModel>
      <dgm:ptLst>
        <dgm:pt modelId="0" type="doc"/>
        <dgm:pt modelId="1"/>
      </dgm:ptLst>
      <dgm:cxnLst>
        <dgm:cxn modelId="4" srcId="0" destId="1" srcOrd="0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2"/>
        <dgm:pt modelId="21"/>
        <dgm:pt modelId="3"/>
        <dgm:pt modelId="31"/>
        <dgm:pt modelId="4"/>
        <dgm:pt modelId="41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13" srcId="1" destId="11" srcOrd="0" destOrd="0"/>
        <dgm:cxn modelId="23" srcId="2" destId="21" srcOrd="0" destOrd="0"/>
        <dgm:cxn modelId="33" srcId="3" destId="31" srcOrd="0" destOrd="0"/>
        <dgm:cxn modelId="43" srcId="4" destId="41" srcOrd="0" destOrd="0"/>
      </dgm:cxnLst>
      <dgm:bg/>
      <dgm:whole/>
    </dgm:dataModel>
  </dgm:clrData>
  <dgm:layoutNode name="linearFlow">
    <dgm:varLst>
      <dgm:dir/>
      <dgm:animLvl val="lvl"/>
      <dgm:resizeHandles val="exact"/>
    </dgm:varLst>
    <dgm:alg type="lin">
      <dgm:param type="linDir" val="fromT"/>
      <dgm:param type="nodeHorzAlign" val="l"/>
    </dgm:alg>
    <dgm:shape xmlns:r="http://schemas.openxmlformats.org/officeDocument/2006/relationships" r:blip="">
      <dgm:adjLst/>
    </dgm:shape>
    <dgm:presOf/>
    <dgm:constrLst>
      <dgm:constr type="h" for="ch" forName="composite" refType="h"/>
      <dgm:constr type="w" for="ch" forName="composite" refType="w"/>
      <dgm:constr type="h" for="des" forName="parentText" op="equ"/>
      <dgm:constr type="h" for="ch" forName="sp" val="-14.88"/>
      <dgm:constr type="h" for="ch" forName="sp" refType="w" refFor="des" refForName="parentText" op="gte" fact="-0.3"/>
      <dgm:constr type="primFontSz" for="des" forName="parentText" op="equ" val="65"/>
      <dgm:constr type="primFontSz" for="des" forName="descendantText" op="equ" val="65"/>
    </dgm:constrLst>
    <dgm:ruleLst/>
    <dgm:forEach name="Name0" axis="ch" ptType="node">
      <dgm:layoutNode name="composite">
        <dgm:alg type="composite"/>
        <dgm:shape xmlns:r="http://schemas.openxmlformats.org/officeDocument/2006/relationships" r:blip="">
          <dgm:adjLst/>
        </dgm:shape>
        <dgm:presOf/>
        <dgm:choose name="Name1">
          <dgm:if name="Name2" func="var" arg="dir" op="equ" val="norm">
            <dgm:constrLst>
              <dgm:constr type="t" for="ch" forName="parentText"/>
              <dgm:constr type="l" for="ch" forName="parentText"/>
              <dgm:constr type="w" for="ch" forName="parentText" refType="w" fact="0.4"/>
              <dgm:constr type="h" for="ch" forName="parentText" refType="h"/>
              <dgm:constr type="w" for="ch" forName="parentText" refType="w" op="lte" fact="0.5"/>
              <dgm:constr type="w" for="ch" forName="parentText" refType="h" refFor="ch" refForName="parentText" op="lte" fact="0.7"/>
              <dgm:constr type="h" for="ch" forName="parentText" refType="w" refFor="ch" refForName="parentText" op="lte" fact="3"/>
              <dgm:constr type="l" for="ch" forName="descendantText" refType="w" refFor="ch" refForName="parentText"/>
              <dgm:constr type="w" for="ch" forName="descendantText" refType="w"/>
              <dgm:constr type="wOff" for="ch" forName="descendantText" refType="w" refFor="ch" refForName="parentText" fact="-1"/>
              <dgm:constr type="t" for="ch" forName="descendantText"/>
              <dgm:constr type="b" for="ch" forName="descendantText" refType="h" refFor="ch" refForName="parentText"/>
              <dgm:constr type="bOff" for="ch" forName="descendantText" refType="w" refFor="ch" refForName="parentText" fact="-0.5"/>
            </dgm:constrLst>
          </dgm:if>
          <dgm:else name="Name3">
            <dgm:constrLst>
              <dgm:constr type="t" for="ch" forName="parentText"/>
              <dgm:constr type="r" for="ch" forName="parentText" refType="w"/>
              <dgm:constr type="w" for="ch" forName="parentText" refType="w" fact="0.4"/>
              <dgm:constr type="h" for="ch" forName="parentText" refType="h"/>
              <dgm:constr type="w" for="ch" forName="parentText" refType="w" op="lte" fact="0.5"/>
              <dgm:constr type="w" for="ch" forName="parentText" refType="h" refFor="ch" refForName="parentText" op="lte" fact="0.7"/>
              <dgm:constr type="h" for="ch" forName="parentText" refType="w" refFor="ch" refForName="parentText" op="lte" fact="3"/>
              <dgm:constr type="l" for="ch" forName="descendantText"/>
              <dgm:constr type="w" for="ch" forName="descendantText" refType="w"/>
              <dgm:constr type="wOff" for="ch" forName="descendantText" refType="w" refFor="ch" refForName="parentText" fact="-1"/>
              <dgm:constr type="t" for="ch" forName="descendantText"/>
              <dgm:constr type="b" for="ch" forName="descendantText" refType="h" refFor="ch" refForName="parentText"/>
              <dgm:constr type="bOff" for="ch" forName="descendantText" refType="w" refFor="ch" refForName="parentText" fact="-0.5"/>
            </dgm:constrLst>
          </dgm:else>
        </dgm:choose>
        <dgm:ruleLst/>
        <dgm:layoutNode name="parentText" styleLbl="alignNode1">
          <dgm:varLst>
            <dgm:chMax val="1"/>
            <dgm:bulletEnabled val="1"/>
          </dgm:varLst>
          <dgm:alg type="tx"/>
          <dgm:shape xmlns:r="http://schemas.openxmlformats.org/officeDocument/2006/relationships" rot="90" type="chevron" r:blip="">
            <dgm:adjLst/>
          </dgm:shape>
          <dgm:presOf axis="self" ptType="node"/>
          <dgm:constrLst>
            <dgm:constr type="lMarg" refType="primFontSz" fact="0.05"/>
            <dgm:constr type="rMarg" refType="primFontSz" fact="0.05"/>
            <dgm:constr type="tMarg" refType="primFontSz" fact="0.05"/>
            <dgm:constr type="bMarg" refType="primFontSz" fact="0.05"/>
          </dgm:constrLst>
          <dgm:ruleLst>
            <dgm:rule type="h" val="100" fact="NaN" max="NaN"/>
            <dgm:rule type="primFontSz" val="24" fact="NaN" max="NaN"/>
            <dgm:rule type="h" val="110" fact="NaN" max="NaN"/>
            <dgm:rule type="primFontSz" val="18" fact="NaN" max="NaN"/>
            <dgm:rule type="h" val="INF" fact="NaN" max="NaN"/>
            <dgm:rule type="primFontSz" val="5" fact="NaN" max="NaN"/>
          </dgm:ruleLst>
        </dgm:layoutNode>
        <dgm:layoutNode name="descendantText" styleLbl="alignAcc1">
          <dgm:varLst>
            <dgm:bulletEnabled val="1"/>
          </dgm:varLst>
          <dgm:choose name="Name4">
            <dgm:if name="Name5" func="var" arg="dir" op="equ" val="norm">
              <dgm:alg type="tx">
                <dgm:param type="stBulletLvl" val="1"/>
                <dgm:param type="txAnchorVertCh" val="mid"/>
              </dgm:alg>
              <dgm:shape xmlns:r="http://schemas.openxmlformats.org/officeDocument/2006/relationships" rot="90" type="round2SameRect" r:blip="">
                <dgm:adjLst/>
              </dgm:shape>
            </dgm:if>
            <dgm:else name="Name6">
              <dgm:alg type="tx">
                <dgm:param type="stBulletLvl" val="1"/>
                <dgm:param type="txAnchorVertCh" val="mid"/>
              </dgm:alg>
              <dgm:shape xmlns:r="http://schemas.openxmlformats.org/officeDocument/2006/relationships" rot="-90" type="round2SameRect" r:blip="">
                <dgm:adjLst/>
              </dgm:shape>
            </dgm:else>
          </dgm:choose>
          <dgm:presOf axis="des" ptType="node"/>
          <dgm:choose name="Name7">
            <dgm:if name="Name8" func="var" arg="dir" op="equ" val="norm">
              <dgm:constrLst>
                <dgm:constr type="secFontSz" refType="primFontSz"/>
                <dgm:constr type="tMarg" refType="primFontSz" fact="0.05"/>
                <dgm:constr type="bMarg" refType="primFontSz" fact="0.05"/>
                <dgm:constr type="rMarg" refType="primFontSz" fact="0.05"/>
              </dgm:constrLst>
            </dgm:if>
            <dgm:else name="Name9">
              <dgm:constrLst>
                <dgm:constr type="secFontSz" refType="primFontSz"/>
                <dgm:constr type="tMarg" refType="primFontSz" fact="0.05"/>
                <dgm:constr type="bMarg" refType="primFontSz" fact="0.05"/>
                <dgm:constr type="lMarg" refType="primFontSz" fact="0.05"/>
              </dgm:constrLst>
            </dgm:else>
          </dgm:choose>
          <dgm:ruleLst>
            <dgm:rule type="primFontSz" val="5" fact="NaN" max="NaN"/>
          </dgm:ruleLst>
        </dgm:layoutNode>
      </dgm:layoutNode>
      <dgm:forEach name="Name10" axis="followSib" ptType="sibTrans" cnt="1">
        <dgm:layoutNode name="sp">
          <dgm:alg type="sp"/>
          <dgm:shape xmlns:r="http://schemas.openxmlformats.org/officeDocument/2006/relationships" r:blip="">
            <dgm:adjLst/>
          </dgm:shape>
          <dgm:presOf axis="self"/>
          <dgm:constrLst>
            <dgm:constr type="w" val="1"/>
            <dgm:constr type="h" val="37.5"/>
          </dgm:constrLst>
          <dgm:ruleLst/>
        </dgm:layoutNode>
      </dgm:forEach>
    </dgm:forEach>
  </dgm:layoutNode>
</dgm:layoutDef>
</file>

<file path=ppt/diagrams/layout4.xml><?xml version="1.0" encoding="utf-8"?>
<dgm:layoutDef xmlns:dgm="http://schemas.openxmlformats.org/drawingml/2006/diagram" xmlns:a="http://schemas.openxmlformats.org/drawingml/2006/main" uniqueId="urn:microsoft.com/office/officeart/2005/8/layout/chevron2">
  <dgm:title val=""/>
  <dgm:desc val=""/>
  <dgm:catLst>
    <dgm:cat type="process" pri="12000"/>
    <dgm:cat type="list" pri="16000"/>
    <dgm:cat type="convert" pri="1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32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13" srcId="1" destId="11" srcOrd="0" destOrd="0"/>
        <dgm:cxn modelId="14" srcId="1" destId="12" srcOrd="1" destOrd="0"/>
        <dgm:cxn modelId="23" srcId="2" destId="21" srcOrd="0" destOrd="0"/>
        <dgm:cxn modelId="24" srcId="2" destId="22" srcOrd="1" destOrd="0"/>
        <dgm:cxn modelId="33" srcId="3" destId="31" srcOrd="0" destOrd="0"/>
        <dgm:cxn modelId="34" srcId="3" destId="32" srcOrd="1" destOrd="0"/>
      </dgm:cxnLst>
      <dgm:bg/>
      <dgm:whole/>
    </dgm:dataModel>
  </dgm:sampData>
  <dgm:styleData>
    <dgm:dataModel>
      <dgm:ptLst>
        <dgm:pt modelId="0" type="doc"/>
        <dgm:pt modelId="1"/>
      </dgm:ptLst>
      <dgm:cxnLst>
        <dgm:cxn modelId="4" srcId="0" destId="1" srcOrd="0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2"/>
        <dgm:pt modelId="21"/>
        <dgm:pt modelId="3"/>
        <dgm:pt modelId="31"/>
        <dgm:pt modelId="4"/>
        <dgm:pt modelId="41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13" srcId="1" destId="11" srcOrd="0" destOrd="0"/>
        <dgm:cxn modelId="23" srcId="2" destId="21" srcOrd="0" destOrd="0"/>
        <dgm:cxn modelId="33" srcId="3" destId="31" srcOrd="0" destOrd="0"/>
        <dgm:cxn modelId="43" srcId="4" destId="41" srcOrd="0" destOrd="0"/>
      </dgm:cxnLst>
      <dgm:bg/>
      <dgm:whole/>
    </dgm:dataModel>
  </dgm:clrData>
  <dgm:layoutNode name="linearFlow">
    <dgm:varLst>
      <dgm:dir/>
      <dgm:animLvl val="lvl"/>
      <dgm:resizeHandles val="exact"/>
    </dgm:varLst>
    <dgm:alg type="lin">
      <dgm:param type="linDir" val="fromT"/>
      <dgm:param type="nodeHorzAlign" val="l"/>
    </dgm:alg>
    <dgm:shape xmlns:r="http://schemas.openxmlformats.org/officeDocument/2006/relationships" r:blip="">
      <dgm:adjLst/>
    </dgm:shape>
    <dgm:presOf/>
    <dgm:constrLst>
      <dgm:constr type="h" for="ch" forName="composite" refType="h"/>
      <dgm:constr type="w" for="ch" forName="composite" refType="w"/>
      <dgm:constr type="h" for="des" forName="parentText" op="equ"/>
      <dgm:constr type="h" for="ch" forName="sp" val="-14.88"/>
      <dgm:constr type="h" for="ch" forName="sp" refType="w" refFor="des" refForName="parentText" op="gte" fact="-0.3"/>
      <dgm:constr type="primFontSz" for="des" forName="parentText" op="equ" val="65"/>
      <dgm:constr type="primFontSz" for="des" forName="descendantText" op="equ" val="65"/>
    </dgm:constrLst>
    <dgm:ruleLst/>
    <dgm:forEach name="Name0" axis="ch" ptType="node">
      <dgm:layoutNode name="composite">
        <dgm:alg type="composite"/>
        <dgm:shape xmlns:r="http://schemas.openxmlformats.org/officeDocument/2006/relationships" r:blip="">
          <dgm:adjLst/>
        </dgm:shape>
        <dgm:presOf/>
        <dgm:choose name="Name1">
          <dgm:if name="Name2" func="var" arg="dir" op="equ" val="norm">
            <dgm:constrLst>
              <dgm:constr type="t" for="ch" forName="parentText"/>
              <dgm:constr type="l" for="ch" forName="parentText"/>
              <dgm:constr type="w" for="ch" forName="parentText" refType="w" fact="0.4"/>
              <dgm:constr type="h" for="ch" forName="parentText" refType="h"/>
              <dgm:constr type="w" for="ch" forName="parentText" refType="w" op="lte" fact="0.5"/>
              <dgm:constr type="w" for="ch" forName="parentText" refType="h" refFor="ch" refForName="parentText" op="lte" fact="0.7"/>
              <dgm:constr type="h" for="ch" forName="parentText" refType="w" refFor="ch" refForName="parentText" op="lte" fact="3"/>
              <dgm:constr type="l" for="ch" forName="descendantText" refType="w" refFor="ch" refForName="parentText"/>
              <dgm:constr type="w" for="ch" forName="descendantText" refType="w"/>
              <dgm:constr type="wOff" for="ch" forName="descendantText" refType="w" refFor="ch" refForName="parentText" fact="-1"/>
              <dgm:constr type="t" for="ch" forName="descendantText"/>
              <dgm:constr type="b" for="ch" forName="descendantText" refType="h" refFor="ch" refForName="parentText"/>
              <dgm:constr type="bOff" for="ch" forName="descendantText" refType="w" refFor="ch" refForName="parentText" fact="-0.5"/>
            </dgm:constrLst>
          </dgm:if>
          <dgm:else name="Name3">
            <dgm:constrLst>
              <dgm:constr type="t" for="ch" forName="parentText"/>
              <dgm:constr type="r" for="ch" forName="parentText" refType="w"/>
              <dgm:constr type="w" for="ch" forName="parentText" refType="w" fact="0.4"/>
              <dgm:constr type="h" for="ch" forName="parentText" refType="h"/>
              <dgm:constr type="w" for="ch" forName="parentText" refType="w" op="lte" fact="0.5"/>
              <dgm:constr type="w" for="ch" forName="parentText" refType="h" refFor="ch" refForName="parentText" op="lte" fact="0.7"/>
              <dgm:constr type="h" for="ch" forName="parentText" refType="w" refFor="ch" refForName="parentText" op="lte" fact="3"/>
              <dgm:constr type="l" for="ch" forName="descendantText"/>
              <dgm:constr type="w" for="ch" forName="descendantText" refType="w"/>
              <dgm:constr type="wOff" for="ch" forName="descendantText" refType="w" refFor="ch" refForName="parentText" fact="-1"/>
              <dgm:constr type="t" for="ch" forName="descendantText"/>
              <dgm:constr type="b" for="ch" forName="descendantText" refType="h" refFor="ch" refForName="parentText"/>
              <dgm:constr type="bOff" for="ch" forName="descendantText" refType="w" refFor="ch" refForName="parentText" fact="-0.5"/>
            </dgm:constrLst>
          </dgm:else>
        </dgm:choose>
        <dgm:ruleLst/>
        <dgm:layoutNode name="parentText" styleLbl="alignNode1">
          <dgm:varLst>
            <dgm:chMax val="1"/>
            <dgm:bulletEnabled val="1"/>
          </dgm:varLst>
          <dgm:alg type="tx"/>
          <dgm:shape xmlns:r="http://schemas.openxmlformats.org/officeDocument/2006/relationships" rot="90" type="chevron" r:blip="">
            <dgm:adjLst/>
          </dgm:shape>
          <dgm:presOf axis="self" ptType="node"/>
          <dgm:constrLst>
            <dgm:constr type="lMarg" refType="primFontSz" fact="0.05"/>
            <dgm:constr type="rMarg" refType="primFontSz" fact="0.05"/>
            <dgm:constr type="tMarg" refType="primFontSz" fact="0.05"/>
            <dgm:constr type="bMarg" refType="primFontSz" fact="0.05"/>
          </dgm:constrLst>
          <dgm:ruleLst>
            <dgm:rule type="h" val="100" fact="NaN" max="NaN"/>
            <dgm:rule type="primFontSz" val="24" fact="NaN" max="NaN"/>
            <dgm:rule type="h" val="110" fact="NaN" max="NaN"/>
            <dgm:rule type="primFontSz" val="18" fact="NaN" max="NaN"/>
            <dgm:rule type="h" val="INF" fact="NaN" max="NaN"/>
            <dgm:rule type="primFontSz" val="5" fact="NaN" max="NaN"/>
          </dgm:ruleLst>
        </dgm:layoutNode>
        <dgm:layoutNode name="descendantText" styleLbl="alignAcc1">
          <dgm:varLst>
            <dgm:bulletEnabled val="1"/>
          </dgm:varLst>
          <dgm:choose name="Name4">
            <dgm:if name="Name5" func="var" arg="dir" op="equ" val="norm">
              <dgm:alg type="tx">
                <dgm:param type="stBulletLvl" val="1"/>
                <dgm:param type="txAnchorVertCh" val="mid"/>
              </dgm:alg>
              <dgm:shape xmlns:r="http://schemas.openxmlformats.org/officeDocument/2006/relationships" rot="90" type="round2SameRect" r:blip="">
                <dgm:adjLst/>
              </dgm:shape>
            </dgm:if>
            <dgm:else name="Name6">
              <dgm:alg type="tx">
                <dgm:param type="stBulletLvl" val="1"/>
                <dgm:param type="txAnchorVertCh" val="mid"/>
              </dgm:alg>
              <dgm:shape xmlns:r="http://schemas.openxmlformats.org/officeDocument/2006/relationships" rot="-90" type="round2SameRect" r:blip="">
                <dgm:adjLst/>
              </dgm:shape>
            </dgm:else>
          </dgm:choose>
          <dgm:presOf axis="des" ptType="node"/>
          <dgm:choose name="Name7">
            <dgm:if name="Name8" func="var" arg="dir" op="equ" val="norm">
              <dgm:constrLst>
                <dgm:constr type="secFontSz" refType="primFontSz"/>
                <dgm:constr type="tMarg" refType="primFontSz" fact="0.05"/>
                <dgm:constr type="bMarg" refType="primFontSz" fact="0.05"/>
                <dgm:constr type="rMarg" refType="primFontSz" fact="0.05"/>
              </dgm:constrLst>
            </dgm:if>
            <dgm:else name="Name9">
              <dgm:constrLst>
                <dgm:constr type="secFontSz" refType="primFontSz"/>
                <dgm:constr type="tMarg" refType="primFontSz" fact="0.05"/>
                <dgm:constr type="bMarg" refType="primFontSz" fact="0.05"/>
                <dgm:constr type="lMarg" refType="primFontSz" fact="0.05"/>
              </dgm:constrLst>
            </dgm:else>
          </dgm:choose>
          <dgm:ruleLst>
            <dgm:rule type="primFontSz" val="5" fact="NaN" max="NaN"/>
          </dgm:ruleLst>
        </dgm:layoutNode>
      </dgm:layoutNode>
      <dgm:forEach name="Name10" axis="followSib" ptType="sibTrans" cnt="1">
        <dgm:layoutNode name="sp">
          <dgm:alg type="sp"/>
          <dgm:shape xmlns:r="http://schemas.openxmlformats.org/officeDocument/2006/relationships" r:blip="">
            <dgm:adjLst/>
          </dgm:shape>
          <dgm:presOf axis="self"/>
          <dgm:constrLst>
            <dgm:constr type="w" val="1"/>
            <dgm:constr type="h" val="37.5"/>
          </dgm:constrLst>
          <dgm:ruleLst/>
        </dgm:layoutNode>
      </dgm:forEach>
    </dgm:forEach>
  </dgm:layoutNode>
</dgm:layoutDef>
</file>

<file path=ppt/diagrams/layout5.xml><?xml version="1.0" encoding="utf-8"?>
<dgm:layoutDef xmlns:dgm="http://schemas.openxmlformats.org/drawingml/2006/diagram" xmlns:a="http://schemas.openxmlformats.org/drawingml/2006/main" uniqueId="urn:microsoft.com/office/officeart/2005/8/layout/hierarchy3">
  <dgm:title val=""/>
  <dgm:desc val=""/>
  <dgm:catLst>
    <dgm:cat type="hierarchy" pri="7000"/>
    <dgm:cat type="list" pri="23000"/>
    <dgm:cat type="relationship" pri="15000"/>
    <dgm:cat type="convert" pri="7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</dgm:ptLst>
      <dgm:cxnLst>
        <dgm:cxn modelId="4" srcId="0" destId="1" srcOrd="0" destOrd="0"/>
        <dgm:cxn modelId="5" srcId="1" destId="11" srcOrd="0" destOrd="0"/>
        <dgm:cxn modelId="6" srcId="1" destId="12" srcOrd="1" destOrd="0"/>
        <dgm:cxn modelId="7" srcId="0" destId="2" srcOrd="1" destOrd="0"/>
        <dgm:cxn modelId="8" srcId="2" destId="21" srcOrd="0" destOrd="0"/>
        <dgm:cxn modelId="9" srcId="2" destId="22" srcOrd="1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2"/>
        <dgm:pt modelId="21"/>
      </dgm:ptLst>
      <dgm:cxnLst>
        <dgm:cxn modelId="4" srcId="0" destId="1" srcOrd="0" destOrd="0"/>
        <dgm:cxn modelId="5" srcId="0" destId="2" srcOrd="1" destOrd="0"/>
        <dgm:cxn modelId="13" srcId="1" destId="11" srcOrd="0" destOrd="0"/>
        <dgm:cxn modelId="23" srcId="2" destId="21" srcOrd="0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2"/>
        <dgm:pt modelId="21"/>
        <dgm:pt modelId="3"/>
        <dgm:pt modelId="31"/>
        <dgm:pt modelId="4"/>
        <dgm:pt modelId="41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13" srcId="1" destId="11" srcOrd="0" destOrd="0"/>
        <dgm:cxn modelId="23" srcId="2" destId="21" srcOrd="0" destOrd="0"/>
        <dgm:cxn modelId="33" srcId="3" destId="31" srcOrd="0" destOrd="0"/>
        <dgm:cxn modelId="43" srcId="4" destId="41" srcOrd="0" destOrd="0"/>
      </dgm:cxnLst>
      <dgm:bg/>
      <dgm:whole/>
    </dgm:dataModel>
  </dgm:clrData>
  <dgm:layoutNode name="diagram">
    <dgm:varLst>
      <dgm:chPref val="1"/>
      <dgm:dir/>
      <dgm:animOne val="branch"/>
      <dgm:animLvl val="lvl"/>
      <dgm:resizeHandles/>
    </dgm:varLst>
    <dgm:choose name="Name0">
      <dgm:if name="Name1" func="var" arg="dir" op="equ" val="norm">
        <dgm:alg type="hierChild">
          <dgm:param type="linDir" val="fromL"/>
        </dgm:alg>
      </dgm:if>
      <dgm:else name="Name2">
        <dgm:alg type="hierChild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primFontSz" for="des" forName="rootText" op="equ" val="65"/>
      <dgm:constr type="primFontSz" for="des" forName="childText" op="equ" val="65"/>
      <dgm:constr type="w" for="des" forName="rootComposite" refType="w"/>
      <dgm:constr type="h" for="des" forName="rootComposite" refType="w" fact="0.5"/>
      <dgm:constr type="w" for="des" forName="childText" refType="w" refFor="des" refForName="rootComposite" fact="0.8"/>
      <dgm:constr type="h" for="des" forName="childText" refType="h" refFor="des" refForName="rootComposite"/>
      <dgm:constr type="sibSp" refType="w" refFor="des" refForName="rootComposite" fact="0.25"/>
      <dgm:constr type="sibSp" for="des" forName="childShape" refType="h" refFor="des" refForName="childText" fact="0.25"/>
      <dgm:constr type="sp" for="des" forName="root" refType="h" refFor="des" refForName="childText" fact="0.25"/>
    </dgm:constrLst>
    <dgm:ruleLst/>
    <dgm:forEach name="Name3" axis="ch">
      <dgm:forEach name="Name4" axis="self" ptType="node" cnt="1">
        <dgm:layoutNode name="root">
          <dgm:choose name="Name5">
            <dgm:if name="Name6" func="var" arg="dir" op="equ" val="norm">
              <dgm:alg type="hierRoot">
                <dgm:param type="hierAlign" val="tL"/>
              </dgm:alg>
            </dgm:if>
            <dgm:else name="Name7">
              <dgm:alg type="hierRoot">
                <dgm:param type="hierAlign" val="tR"/>
              </dgm:alg>
            </dgm:else>
          </dgm:choose>
          <dgm:shape xmlns:r="http://schemas.openxmlformats.org/officeDocument/2006/relationships" r:blip="">
            <dgm:adjLst/>
          </dgm:shape>
          <dgm:presOf/>
          <dgm:constrLst>
            <dgm:constr type="alignOff" val="0.2"/>
          </dgm:constrLst>
          <dgm:ruleLst/>
          <dgm:layoutNode name="rootComposite">
            <dgm:alg type="composite"/>
            <dgm:shape xmlns:r="http://schemas.openxmlformats.org/officeDocument/2006/relationships" r:blip="">
              <dgm:adjLst/>
            </dgm:shape>
            <dgm:presOf axis="self" ptType="node" cnt="1"/>
            <dgm:choose name="Name8">
              <dgm:if name="Name9" func="var" arg="dir" op="equ" val="norm">
                <dgm:constrLst>
                  <dgm:constr type="l" for="ch" forName="rootText"/>
                  <dgm:constr type="t" for="ch" forName="rootText"/>
                  <dgm:constr type="w" for="ch" forName="rootText" refType="w"/>
                  <dgm:constr type="h" for="ch" forName="rootText" refType="h"/>
                  <dgm:constr type="l" for="ch" forName="rootConnector"/>
                  <dgm:constr type="t" for="ch" forName="rootConnector"/>
                  <dgm:constr type="w" for="ch" forName="rootConnector" refType="w" refFor="ch" refForName="rootText" fact="0.2"/>
                  <dgm:constr type="h" for="ch" forName="rootConnector" refType="h" refFor="ch" refForName="rootText"/>
                </dgm:constrLst>
              </dgm:if>
              <dgm:else name="Name10">
                <dgm:constrLst>
                  <dgm:constr type="l" for="ch" forName="rootText"/>
                  <dgm:constr type="t" for="ch" forName="rootText"/>
                  <dgm:constr type="w" for="ch" forName="rootText" refType="w"/>
                  <dgm:constr type="h" for="ch" forName="rootText" refType="h"/>
                  <dgm:constr type="r" for="ch" forName="rootConnector" refType="w"/>
                  <dgm:constr type="t" for="ch" forName="rootConnector"/>
                  <dgm:constr type="w" for="ch" forName="rootConnector" refType="w" refFor="ch" refForName="rootText" fact="0.2"/>
                  <dgm:constr type="h" for="ch" forName="rootConnector" refType="h" refFor="ch" refForName="rootText"/>
                </dgm:constrLst>
              </dgm:else>
            </dgm:choose>
            <dgm:ruleLst/>
            <dgm:layoutNode name="rootText" styleLbl="node1">
              <dgm:alg type="tx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 axis="self" ptType="node" cnt="1"/>
              <dgm:constrLst>
                <dgm:constr type="tMarg" refType="primFontSz" fact="0.1"/>
                <dgm:constr type="bMarg" refType="primFontSz" fact="0.1"/>
                <dgm:constr type="lMarg" refType="primFontSz" fact="0.15"/>
                <dgm:constr type="rMarg" refType="primFontSz" fact="0.15"/>
              </dgm:constrLst>
              <dgm:ruleLst>
                <dgm:rule type="primFontSz" val="5" fact="NaN" max="NaN"/>
              </dgm:ruleLst>
            </dgm:layoutNode>
            <dgm:layoutNode name="rootConnector" moveWith="rootText">
              <dgm:alg type="sp"/>
              <dgm:shape xmlns:r="http://schemas.openxmlformats.org/officeDocument/2006/relationships" type="roundRect" r:blip="" hideGeom="1">
                <dgm:adjLst>
                  <dgm:adj idx="1" val="0.1"/>
                </dgm:adjLst>
              </dgm:shape>
              <dgm:presOf axis="self" ptType="node" cnt="1"/>
              <dgm:constrLst/>
              <dgm:ruleLst/>
            </dgm:layoutNode>
          </dgm:layoutNode>
          <dgm:layoutNode name="childShape">
            <dgm:alg type="hierChild">
              <dgm:param type="chAlign" val="l"/>
              <dgm:param type="linDir" val="fromT"/>
            </dgm:alg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Name11" axis="ch">
              <dgm:forEach name="Name12" axis="self" ptType="parTrans" cnt="1">
                <dgm:layoutNode name="Name13">
                  <dgm:choose name="Name14">
                    <dgm:if name="Name15" func="var" arg="dir" op="equ" val="norm">
                      <dgm:alg type="conn">
                        <dgm:param type="dim" val="1D"/>
                        <dgm:param type="endSty" val="noArr"/>
                        <dgm:param type="connRout" val="bend"/>
                        <dgm:param type="srcNode" val="rootConnector"/>
                        <dgm:param type="begPts" val="bCtr"/>
                        <dgm:param type="endPts" val="midL"/>
                      </dgm:alg>
                    </dgm:if>
                    <dgm:else name="Name16">
                      <dgm:alg type="conn">
                        <dgm:param type="dim" val="1D"/>
                        <dgm:param type="endSty" val="noArr"/>
                        <dgm:param type="connRout" val="bend"/>
                        <dgm:param type="srcNode" val="rootConnector"/>
                        <dgm:param type="begPts" val="bCtr"/>
                        <dgm:param type="endPts" val="midR"/>
                      </dgm:alg>
                    </dgm:else>
                  </dgm:choose>
                  <dgm:shape xmlns:r="http://schemas.openxmlformats.org/officeDocument/2006/relationships" type="conn" r:blip="">
                    <dgm:adjLst/>
                  </dgm:shape>
                  <dgm:presOf axis="self"/>
                  <dgm:constrLst>
                    <dgm:constr type="begPad"/>
                    <dgm:constr type="endPad"/>
                  </dgm:constrLst>
                  <dgm:ruleLst/>
                </dgm:layoutNode>
              </dgm:forEach>
              <dgm:forEach name="Name17" axis="self" ptType="node">
                <dgm:layoutNode name="childText" styleLbl="bgAcc1">
                  <dgm:varLst>
                    <dgm:bulletEnabled val="1"/>
                  </dgm:varLst>
                  <dgm:alg type="tx"/>
                  <dgm:shape xmlns:r="http://schemas.openxmlformats.org/officeDocument/2006/relationships" type="roundRect" r:blip="">
                    <dgm:adjLst>
                      <dgm:adj idx="1" val="0.1"/>
                    </dgm:adjLst>
                  </dgm:shape>
                  <dgm:presOf axis="self desOrSelf" ptType="node node" st="1 1" cnt="1 0"/>
                  <dgm:constrLst>
                    <dgm:constr type="tMarg" refType="primFontSz" fact="0.1"/>
                    <dgm:constr type="bMarg" refType="primFontSz" fact="0.1"/>
                    <dgm:constr type="lMarg" refType="primFontSz" fact="0.15"/>
                    <dgm:constr type="rMarg" refType="primFontSz" fact="0.15"/>
                  </dgm:constrLst>
                  <dgm:ruleLst>
                    <dgm:rule type="primFontSz" val="5" fact="NaN" max="NaN"/>
                  </dgm:ruleLst>
                </dgm:layoutNode>
              </dgm:forEach>
            </dgm:forEach>
          </dgm:layoutNode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4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5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DE26F40-34AA-38F6-E177-D27DB734B0D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143000" y="1122363"/>
            <a:ext cx="6858000" cy="2387600"/>
          </a:xfrm>
        </p:spPr>
        <p:txBody>
          <a:bodyPr anchor="b"/>
          <a:lstStyle>
            <a:lvl1pPr algn="ctr">
              <a:defRPr sz="45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EB41546-0B19-EB9D-6334-F52064C83FC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5F0B2F2-4719-3FF4-3C9D-ADC89DA65E5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2/21/2026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8A6451A-93CF-6173-88DB-B47E3262106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50E1C7C-EB8C-7BD4-6227-7DE60DE5395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5442279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E4FAAB7-1217-3684-EE9D-889F38F967B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CBFFF67-52C9-BE05-6F50-ED5C564F042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0D8D5C1-6DA8-A61D-C882-8CD216B60A4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2/21/2026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34A25EC-92E9-6272-576C-AD7CB4A3C1D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CF30FBE-382F-F0AF-8294-FDAB4466F73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7064844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8259074-537B-A210-C971-8CACE016A26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3888" y="1709739"/>
            <a:ext cx="7886700" cy="2852737"/>
          </a:xfrm>
        </p:spPr>
        <p:txBody>
          <a:bodyPr anchor="b"/>
          <a:lstStyle>
            <a:lvl1pPr>
              <a:defRPr sz="45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A6E9E53-755A-0390-5643-6801C0E1E4F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3888" y="4589464"/>
            <a:ext cx="7886700" cy="1500187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82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82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616A3D0-A152-4F9E-D355-0B734E545CF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2/21/2026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BAE97B8-62E0-16EF-7450-2AD34A9F0CB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ED8E783-6BA9-E486-251C-3306847DA92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0175822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54D86B0-61AD-9928-0D22-F79EB29BAE1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77BD865-1AE0-F307-EF9A-C1644218539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628650" y="1825625"/>
            <a:ext cx="38862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ADE77F1-4088-D19D-7D59-3F379DD4B5B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629150" y="1825625"/>
            <a:ext cx="38862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3DE02AE-0D17-86E4-1361-31073D6B11C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2/21/2026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C1AC923-5D4C-CF3B-FF88-5668BAC7B7C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ED83B64-BA8E-75A5-2BB9-DD2314CA5AC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817728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FFDE2A8-9F99-AF5A-18F1-B67A0BE7DAB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9841" y="365126"/>
            <a:ext cx="78867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DC3516D-6E0F-1BDA-596B-6EE85420BFE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9842" y="1681163"/>
            <a:ext cx="3868340" cy="82391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FB61997-F610-BE20-6DF7-6DF527D050E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29842" y="2505075"/>
            <a:ext cx="3868340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DE6534F0-0FC5-194E-C137-BA2BBC8AC04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391" cy="82391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4A0F73EF-451B-F820-1997-23DAB7221B45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391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3AE5965C-C69A-8CE1-F844-B000CC07100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2/21/2026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31A8F2A6-964A-8EA5-2C0C-6663BCDE549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2CD069F8-1E13-B8F2-E758-FCEA997D0CB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8367508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F9C9E81-56A3-3985-5FA2-8392E38A0E8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A2C85366-0235-233D-103F-2B20840ADD8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2/21/2026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F55EC9C-1CA8-D038-A86D-69A888295D7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F2ADD69-6AE7-F267-CF4B-4DAAE25D57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4684421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734E9BA5-CEBB-C930-1EDA-EE5506447CE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2/21/2026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00D96E48-6A06-2220-793C-03C1E4A2B1B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07EA823-6E30-497B-0996-304B73B6FE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7032950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CD6D6C-ADAE-C9C6-1EE5-2D1B381FBF5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A405017-C457-3986-BD54-181217A9AA3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887391" y="987426"/>
            <a:ext cx="4629150" cy="4873625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1795044-DFC6-FC45-055E-F6749C2122F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5852AF4-F9AC-8789-D5DF-32C823315C4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2/21/2026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2F037AB-D937-CC9E-D9C6-79D79063189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D6613E6-1BCB-E0D4-FA44-0F098C7ECA7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0314647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56DA90D-CA12-EEBD-86A2-AECC7C79D95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A50CF405-1E16-CF6C-8460-7D4002A29D0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3887391" y="987426"/>
            <a:ext cx="4629150" cy="4873625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2AB22E4-E398-FC2E-9A5B-3C6A437546B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AC3CD31-C7F9-2E17-7BA0-938E1C3BA33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2/21/2026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1288DE1-6500-BB55-9D1B-EDCF6FE9485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DB5966C-9C14-8C19-ECCD-3A6DDB14CEC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5115598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FC8F630-17A2-24C8-4FB4-47BC0BD6A66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59884DB-5478-2A67-A65D-6697D13211B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383A0B9-88AC-627C-2F48-A5C177AFF14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2/21/2026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F66FDA9-5015-FF93-2EE7-DE6516E9E72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3E679CC-7CE8-52A8-17F7-90C123DAE2F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7749018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01DA29C1-02D6-429A-28DA-AE2FDD5B21BD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6543675" y="365125"/>
            <a:ext cx="1971675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C5618A5-DEC1-02F8-5350-4BA48ECF3CC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628650" y="365125"/>
            <a:ext cx="5800725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5BB8DD1-E14B-F63F-CA6B-8470F4E77CD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2/21/2026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3F69B4F-B879-34FD-E554-1829F1EB169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B99D54F-A51C-8BEC-D924-B728E5AE132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9944307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EB17CAE6-7FD9-6F9D-0C17-762F01FB559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3C45810-61A1-CA20-2E7B-C2EE56C5C5D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2FCC392-DD1E-2432-B196-2773C308D6A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2/21/2026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2FCC45C-DA4D-1A2C-F324-816A0346632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00D871A-4DCB-B240-6294-3C48F15888C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3424865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45" r:id="rId1"/>
    <p:sldLayoutId id="2147483746" r:id="rId2"/>
    <p:sldLayoutId id="2147483747" r:id="rId3"/>
    <p:sldLayoutId id="2147483748" r:id="rId4"/>
    <p:sldLayoutId id="2147483749" r:id="rId5"/>
    <p:sldLayoutId id="2147483750" r:id="rId6"/>
    <p:sldLayoutId id="2147483751" r:id="rId7"/>
    <p:sldLayoutId id="2147483752" r:id="rId8"/>
    <p:sldLayoutId id="2147483753" r:id="rId9"/>
    <p:sldLayoutId id="2147483754" r:id="rId10"/>
    <p:sldLayoutId id="2147483755" r:id="rId11"/>
  </p:sldLayoutIdLst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71450" indent="-171450" algn="l" defTabSz="6858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143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.xml"/><Relationship Id="rId2" Type="http://schemas.openxmlformats.org/officeDocument/2006/relationships/diagramData" Target="../diagrams/data2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2.xml"/><Relationship Id="rId5" Type="http://schemas.openxmlformats.org/officeDocument/2006/relationships/diagramColors" Target="../diagrams/colors2.xml"/><Relationship Id="rId4" Type="http://schemas.openxmlformats.org/officeDocument/2006/relationships/diagramQuickStyle" Target="../diagrams/quickStyle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3.xml"/><Relationship Id="rId2" Type="http://schemas.openxmlformats.org/officeDocument/2006/relationships/diagramData" Target="../diagrams/data3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3.xml"/><Relationship Id="rId5" Type="http://schemas.openxmlformats.org/officeDocument/2006/relationships/diagramColors" Target="../diagrams/colors3.xml"/><Relationship Id="rId4" Type="http://schemas.openxmlformats.org/officeDocument/2006/relationships/diagramQuickStyle" Target="../diagrams/quickStyle3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4.xml"/><Relationship Id="rId2" Type="http://schemas.openxmlformats.org/officeDocument/2006/relationships/diagramData" Target="../diagrams/data4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4.xml"/><Relationship Id="rId5" Type="http://schemas.openxmlformats.org/officeDocument/2006/relationships/diagramColors" Target="../diagrams/colors4.xml"/><Relationship Id="rId4" Type="http://schemas.openxmlformats.org/officeDocument/2006/relationships/diagramQuickStyle" Target="../diagrams/quickStyle4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5.xml"/><Relationship Id="rId2" Type="http://schemas.openxmlformats.org/officeDocument/2006/relationships/diagramData" Target="../diagrams/data5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5.xml"/><Relationship Id="rId5" Type="http://schemas.openxmlformats.org/officeDocument/2006/relationships/diagramColors" Target="../diagrams/colors5.xml"/><Relationship Id="rId4" Type="http://schemas.openxmlformats.org/officeDocument/2006/relationships/diagramQuickStyle" Target="../diagrams/quickStyle5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t>Honeypot Cybersecurity Project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/>
              <a:t>What Is a Honeypot?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A honeypot is a decoy system designed to attract attackers by mimicking vulnerable or valuable systems.</a:t>
            </a:r>
          </a:p>
          <a:p>
            <a:pPr marL="36900" indent="0">
              <a:buNone/>
            </a:pPr>
            <a:endParaRPr lang="en-US" dirty="0"/>
          </a:p>
          <a:p>
            <a:r>
              <a:rPr lang="en-US" dirty="0"/>
              <a:t>Acts as a controlled trap, not a production system.</a:t>
            </a:r>
          </a:p>
          <a:p>
            <a:endParaRPr lang="en-US" dirty="0"/>
          </a:p>
          <a:p>
            <a:r>
              <a:rPr lang="en-US" dirty="0"/>
              <a:t>Allows safe observation of malicious activity</a:t>
            </a:r>
          </a:p>
          <a:p>
            <a:endParaRPr lang="en-US" dirty="0"/>
          </a:p>
          <a:p>
            <a:r>
              <a:rPr lang="en-US" dirty="0"/>
              <a:t>Used to study attack behavior and tools</a:t>
            </a:r>
          </a:p>
          <a:p>
            <a:endParaRPr lang="en-US" dirty="0"/>
          </a:p>
          <a:p>
            <a:endParaRPr lang="en-US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Why Honeypots Matter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2699656"/>
            <a:ext cx="8229600" cy="3883705"/>
          </a:xfrm>
        </p:spPr>
        <p:txBody>
          <a:bodyPr/>
          <a:lstStyle/>
          <a:p>
            <a:r>
              <a:rPr dirty="0"/>
              <a:t>Threat intelligence gathering</a:t>
            </a:r>
            <a:endParaRPr lang="en-US" dirty="0"/>
          </a:p>
          <a:p>
            <a:pPr lvl="1"/>
            <a:r>
              <a:rPr lang="en-US" dirty="0"/>
              <a:t>Observe real-world attacks</a:t>
            </a:r>
          </a:p>
          <a:p>
            <a:pPr lvl="1"/>
            <a:r>
              <a:rPr lang="en-US" dirty="0"/>
              <a:t>Collect malware samples</a:t>
            </a:r>
          </a:p>
          <a:p>
            <a:r>
              <a:rPr lang="en-US" dirty="0"/>
              <a:t>Early Warning</a:t>
            </a:r>
          </a:p>
          <a:p>
            <a:pPr lvl="1"/>
            <a:r>
              <a:rPr lang="en-US" dirty="0"/>
              <a:t>Identify new threats early</a:t>
            </a:r>
          </a:p>
          <a:p>
            <a:r>
              <a:rPr lang="en-US" dirty="0"/>
              <a:t>Distraction and Deflection</a:t>
            </a:r>
          </a:p>
          <a:p>
            <a:pPr lvl="1"/>
            <a:r>
              <a:rPr lang="en-US" dirty="0"/>
              <a:t>Waste attacker time and resources on fake systems</a:t>
            </a:r>
          </a:p>
          <a:p>
            <a:pPr lvl="1"/>
            <a:r>
              <a:rPr lang="en-US" dirty="0"/>
              <a:t>Provide false information to mislead adversaries</a:t>
            </a:r>
          </a:p>
          <a:p>
            <a:endParaRPr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929C980-EC4E-12E2-0F13-1E08AB4EF57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Technical Architecture</a:t>
            </a:r>
          </a:p>
        </p:txBody>
      </p:sp>
      <p:graphicFrame>
        <p:nvGraphicFramePr>
          <p:cNvPr id="5" name="Content Placeholder 4">
            <a:extLst>
              <a:ext uri="{FF2B5EF4-FFF2-40B4-BE49-F238E27FC236}">
                <a16:creationId xmlns:a16="http://schemas.microsoft.com/office/drawing/2014/main" id="{5529C093-B358-82DB-BC70-7A646DB14ED9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4088265606"/>
              </p:ext>
            </p:extLst>
          </p:nvPr>
        </p:nvGraphicFramePr>
        <p:xfrm>
          <a:off x="-3635829" y="1262743"/>
          <a:ext cx="13530943" cy="5551714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6" name="TextBox 5">
            <a:extLst>
              <a:ext uri="{FF2B5EF4-FFF2-40B4-BE49-F238E27FC236}">
                <a16:creationId xmlns:a16="http://schemas.microsoft.com/office/drawing/2014/main" id="{5EFC5119-70D6-9987-8E63-4B42F040F821}"/>
              </a:ext>
            </a:extLst>
          </p:cNvPr>
          <p:cNvSpPr txBox="1"/>
          <p:nvPr/>
        </p:nvSpPr>
        <p:spPr>
          <a:xfrm>
            <a:off x="2198915" y="2364410"/>
            <a:ext cx="418011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→ Simulates vulnerable Linux system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61E61C12-1207-A53E-FEE1-68A1636187CC}"/>
              </a:ext>
            </a:extLst>
          </p:cNvPr>
          <p:cNvSpPr txBox="1"/>
          <p:nvPr/>
        </p:nvSpPr>
        <p:spPr>
          <a:xfrm>
            <a:off x="3167743" y="3299621"/>
            <a:ext cx="418011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→ JSON logs with attack data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BCA9644E-0DDC-398D-3831-8A3D87011804}"/>
              </a:ext>
            </a:extLst>
          </p:cNvPr>
          <p:cNvSpPr txBox="1"/>
          <p:nvPr/>
        </p:nvSpPr>
        <p:spPr>
          <a:xfrm>
            <a:off x="5116286" y="5003089"/>
            <a:ext cx="418011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→ Structured storage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0C6C50E4-C1B1-CAF6-89F7-F9BCB2C654A2}"/>
              </a:ext>
            </a:extLst>
          </p:cNvPr>
          <p:cNvSpPr txBox="1"/>
          <p:nvPr/>
        </p:nvSpPr>
        <p:spPr>
          <a:xfrm>
            <a:off x="6128657" y="5864757"/>
            <a:ext cx="418011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→ Real-time visualization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AB6F677D-0998-0007-FB20-F85247398DD0}"/>
              </a:ext>
            </a:extLst>
          </p:cNvPr>
          <p:cNvSpPr txBox="1"/>
          <p:nvPr/>
        </p:nvSpPr>
        <p:spPr>
          <a:xfrm>
            <a:off x="4191000" y="4050166"/>
            <a:ext cx="418011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→ Parses, analyzes, geolocates</a:t>
            </a:r>
          </a:p>
        </p:txBody>
      </p:sp>
    </p:spTree>
    <p:extLst>
      <p:ext uri="{BB962C8B-B14F-4D97-AF65-F5344CB8AC3E}">
        <p14:creationId xmlns:p14="http://schemas.microsoft.com/office/powerpoint/2010/main" val="1176177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C58D668-C5D3-57BB-937F-CAF3FC99DB6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Technology Stack:</a:t>
            </a:r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BC824907-A215-E2CB-3B19-7201B0CDB7B8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74653279"/>
              </p:ext>
            </p:extLst>
          </p:nvPr>
        </p:nvGraphicFramePr>
        <p:xfrm>
          <a:off x="628650" y="1825625"/>
          <a:ext cx="7886700" cy="435133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100747275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E40A639-54A7-8D00-9058-9C1E57749BB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Live Demo: Show Dashboard</a:t>
            </a:r>
          </a:p>
        </p:txBody>
      </p:sp>
      <p:graphicFrame>
        <p:nvGraphicFramePr>
          <p:cNvPr id="11" name="Content Placeholder 10">
            <a:extLst>
              <a:ext uri="{FF2B5EF4-FFF2-40B4-BE49-F238E27FC236}">
                <a16:creationId xmlns:a16="http://schemas.microsoft.com/office/drawing/2014/main" id="{E1DDECC7-A8CC-7117-E910-9C33327FB503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472299290"/>
              </p:ext>
            </p:extLst>
          </p:nvPr>
        </p:nvGraphicFramePr>
        <p:xfrm>
          <a:off x="628650" y="1825625"/>
          <a:ext cx="7886700" cy="435133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139209748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DDC2DC8-A176-5516-E974-92AC21480AD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E5650CA-56AE-4219-CB0C-A3719DB49B6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Live Demo: Show Dashboard</a:t>
            </a:r>
          </a:p>
        </p:txBody>
      </p:sp>
      <p:graphicFrame>
        <p:nvGraphicFramePr>
          <p:cNvPr id="11" name="Content Placeholder 10">
            <a:extLst>
              <a:ext uri="{FF2B5EF4-FFF2-40B4-BE49-F238E27FC236}">
                <a16:creationId xmlns:a16="http://schemas.microsoft.com/office/drawing/2014/main" id="{31F634B4-7852-7863-9F04-BD5E1DFFBC2C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579522117"/>
              </p:ext>
            </p:extLst>
          </p:nvPr>
        </p:nvGraphicFramePr>
        <p:xfrm>
          <a:off x="628650" y="1825625"/>
          <a:ext cx="7886700" cy="435133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142501723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2CA4F9D-B359-FC9C-A727-B7501DFE9E5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Key Findings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81CEFD2-EDDA-9185-C932-64029687819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Attack Statistics</a:t>
            </a:r>
          </a:p>
          <a:p>
            <a:pPr lvl="1"/>
            <a:r>
              <a:rPr lang="en-US" dirty="0"/>
              <a:t>We have captured 76,671 attacks from 105 countries</a:t>
            </a:r>
          </a:p>
          <a:p>
            <a:pPr lvl="1"/>
            <a:r>
              <a:rPr lang="en-US" dirty="0"/>
              <a:t>In two weeks, we had 39,634 attacks</a:t>
            </a:r>
          </a:p>
          <a:p>
            <a:pPr lvl="1"/>
            <a:endParaRPr lang="en-US" dirty="0"/>
          </a:p>
          <a:p>
            <a:pPr lvl="1"/>
            <a:r>
              <a:rPr lang="en-US" dirty="0"/>
              <a:t>Most attacks from: [top 3 countries]</a:t>
            </a:r>
          </a:p>
          <a:p>
            <a:pPr lvl="2"/>
            <a:r>
              <a:rPr lang="en-US" dirty="0"/>
              <a:t>Romania</a:t>
            </a:r>
          </a:p>
          <a:p>
            <a:pPr lvl="2"/>
            <a:r>
              <a:rPr lang="en-US" dirty="0"/>
              <a:t>Hongkong</a:t>
            </a:r>
          </a:p>
          <a:p>
            <a:pPr lvl="2"/>
            <a:r>
              <a:rPr lang="en-US" dirty="0"/>
              <a:t>Canada</a:t>
            </a:r>
          </a:p>
          <a:p>
            <a:pPr lvl="2"/>
            <a:endParaRPr lang="en-US" dirty="0"/>
          </a:p>
          <a:p>
            <a:pPr lvl="1"/>
            <a:r>
              <a:rPr lang="en-US" dirty="0"/>
              <a:t>Average of 2470 attacks per day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194A28F3-24CD-3142-5DF4-413A4D46F20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8651" y="4509258"/>
            <a:ext cx="4579454" cy="1325563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99CD0FD9-4629-2DBF-6610-A6FFE60648E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208107" y="4367656"/>
            <a:ext cx="3307244" cy="18093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6053193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F9A8B28-C8A5-A4AF-54E0-3659D67C52A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20C3998-DF67-E2F2-744C-7B8087AA13F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Key Findings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C0C2B98-CE7F-8A6B-BD60-2632642CE8A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Attacker Behavior</a:t>
            </a:r>
          </a:p>
          <a:p>
            <a:pPr lvl="1"/>
            <a:r>
              <a:rPr lang="en-US" dirty="0"/>
              <a:t>Automated bots vs human attackers</a:t>
            </a:r>
          </a:p>
          <a:p>
            <a:pPr lvl="1"/>
            <a:r>
              <a:rPr lang="en-US" dirty="0"/>
              <a:t>Common attack patterns identified</a:t>
            </a:r>
          </a:p>
          <a:p>
            <a:pPr lvl="2"/>
            <a:r>
              <a:rPr lang="en-US" dirty="0"/>
              <a:t>1</a:t>
            </a:r>
          </a:p>
          <a:p>
            <a:pPr lvl="2"/>
            <a:r>
              <a:rPr lang="en-US" dirty="0"/>
              <a:t>2</a:t>
            </a:r>
          </a:p>
          <a:p>
            <a:pPr lvl="2"/>
            <a:r>
              <a:rPr lang="en-US" dirty="0"/>
              <a:t>3</a:t>
            </a:r>
          </a:p>
          <a:p>
            <a:pPr lvl="1"/>
            <a:r>
              <a:rPr lang="en-US" dirty="0"/>
              <a:t>Time to first attack after deployment</a:t>
            </a:r>
          </a:p>
        </p:txBody>
      </p:sp>
    </p:spTree>
    <p:extLst>
      <p:ext uri="{BB962C8B-B14F-4D97-AF65-F5344CB8AC3E}">
        <p14:creationId xmlns:p14="http://schemas.microsoft.com/office/powerpoint/2010/main" val="130043696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CD944D7-4138-2869-71DC-0E4BC8AD68F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34521E2-439C-4A44-C89D-4F8B5EB96C6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Key Findings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F4F5AD4-C9BE-197B-EF2E-FDD23BE722F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Top Credentials Tried</a:t>
            </a:r>
          </a:p>
          <a:p>
            <a:pPr lvl="1"/>
            <a:r>
              <a:rPr lang="en-US" dirty="0"/>
              <a:t>root/root</a:t>
            </a:r>
          </a:p>
          <a:p>
            <a:pPr lvl="1"/>
            <a:r>
              <a:rPr lang="en-US" dirty="0"/>
              <a:t>admin/admin</a:t>
            </a:r>
          </a:p>
          <a:p>
            <a:pPr lvl="1"/>
            <a:r>
              <a:rPr lang="en-US" dirty="0"/>
              <a:t>root/password (Show your actual top 5)</a:t>
            </a:r>
          </a:p>
          <a:p>
            <a:pPr marL="1371600" lvl="2" indent="-457200">
              <a:buFont typeface="+mj-lt"/>
              <a:buAutoNum type="arabicPeriod"/>
            </a:pPr>
            <a:r>
              <a:rPr lang="en-US" dirty="0"/>
              <a:t>Admin/admin</a:t>
            </a:r>
          </a:p>
          <a:p>
            <a:pPr marL="1371600" lvl="2" indent="-457200">
              <a:buFont typeface="+mj-lt"/>
              <a:buAutoNum type="arabicPeriod"/>
            </a:pPr>
            <a:r>
              <a:rPr lang="en-US" dirty="0"/>
              <a:t>Root/P</a:t>
            </a:r>
          </a:p>
          <a:p>
            <a:pPr marL="1371600" lvl="2" indent="-457200">
              <a:buFont typeface="+mj-lt"/>
              <a:buAutoNum type="arabicPeriod"/>
            </a:pPr>
            <a:r>
              <a:rPr lang="en-US" dirty="0" err="1"/>
              <a:t>Rllot</a:t>
            </a:r>
            <a:r>
              <a:rPr lang="en-US" dirty="0"/>
              <a:t>/</a:t>
            </a:r>
          </a:p>
          <a:p>
            <a:pPr marL="1371600" lvl="2" indent="-457200">
              <a:buFont typeface="+mj-lt"/>
              <a:buAutoNum type="arabicPeriod"/>
            </a:pPr>
            <a:r>
              <a:rPr lang="en-US" dirty="0"/>
              <a:t>Root/root</a:t>
            </a:r>
          </a:p>
          <a:p>
            <a:pPr marL="1371600" lvl="2" indent="-457200">
              <a:buFont typeface="+mj-lt"/>
              <a:buAutoNum type="arabicPeriod"/>
            </a:pPr>
            <a:r>
              <a:rPr lang="en-US" dirty="0"/>
              <a:t>User/user</a:t>
            </a:r>
          </a:p>
        </p:txBody>
      </p:sp>
    </p:spTree>
    <p:extLst>
      <p:ext uri="{BB962C8B-B14F-4D97-AF65-F5344CB8AC3E}">
        <p14:creationId xmlns:p14="http://schemas.microsoft.com/office/powerpoint/2010/main" val="137682119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F81A373-17C0-2717-7406-A7CD7DA322D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96B9014-61EB-2D89-5945-FD353B40450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Key Findings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AE6D7E9-2893-7129-A9B3-8260719F8E2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Malicious Activities Observed</a:t>
            </a:r>
          </a:p>
          <a:p>
            <a:pPr lvl="1"/>
            <a:r>
              <a:rPr lang="en-US" dirty="0"/>
              <a:t>Cryptocurrency mining attempts</a:t>
            </a:r>
          </a:p>
          <a:p>
            <a:pPr lvl="1"/>
            <a:r>
              <a:rPr lang="en-US" dirty="0"/>
              <a:t>DDoS botnet recruitment</a:t>
            </a:r>
          </a:p>
          <a:p>
            <a:pPr lvl="1"/>
            <a:r>
              <a:rPr lang="en-US" dirty="0"/>
              <a:t>Reconnaissance for other targets</a:t>
            </a:r>
          </a:p>
          <a:p>
            <a:pPr lvl="1"/>
            <a:r>
              <a:rPr lang="en-US" dirty="0"/>
              <a:t>Credential harvesting</a:t>
            </a:r>
          </a:p>
          <a:p>
            <a:pPr marL="914400" lvl="2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6382790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9B6208A-1C07-0A94-6D77-7A1C3AA2CE4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Security Insights</a:t>
            </a:r>
          </a:p>
        </p:txBody>
      </p:sp>
      <p:graphicFrame>
        <p:nvGraphicFramePr>
          <p:cNvPr id="4" name="Diagram 3">
            <a:extLst>
              <a:ext uri="{FF2B5EF4-FFF2-40B4-BE49-F238E27FC236}">
                <a16:creationId xmlns:a16="http://schemas.microsoft.com/office/drawing/2014/main" id="{9CC1FD8B-4FD2-6414-989C-C3A935BDF9C9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117810052"/>
              </p:ext>
            </p:extLst>
          </p:nvPr>
        </p:nvGraphicFramePr>
        <p:xfrm>
          <a:off x="87085" y="1417638"/>
          <a:ext cx="8969829" cy="4898571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254705686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7EBE99C-D31C-4AF1-905A-07164B2DBDC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Project Value: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A8DBA0F-6EAD-C50F-4767-4EECC9F5964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dirty="0"/>
          </a:p>
          <a:p>
            <a:r>
              <a:rPr lang="en-US" dirty="0"/>
              <a:t>Practical application of cybersecurity concepts</a:t>
            </a:r>
          </a:p>
          <a:p>
            <a:r>
              <a:rPr lang="en-US" dirty="0"/>
              <a:t>Real-world data collection and analysis</a:t>
            </a:r>
          </a:p>
          <a:p>
            <a:r>
              <a:rPr lang="en-US" dirty="0"/>
              <a:t>Full-stack development experience</a:t>
            </a:r>
          </a:p>
          <a:p>
            <a:r>
              <a:rPr lang="en-US" dirty="0"/>
              <a:t>DevOps and infrastructure skills</a:t>
            </a:r>
          </a:p>
        </p:txBody>
      </p:sp>
    </p:spTree>
    <p:extLst>
      <p:ext uri="{BB962C8B-B14F-4D97-AF65-F5344CB8AC3E}">
        <p14:creationId xmlns:p14="http://schemas.microsoft.com/office/powerpoint/2010/main" val="273647232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EAA4E88-0715-990C-6D1D-C623903F87E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Future Enhancements: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764B945-68F0-5ED5-E3E0-46A190CEA53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dirty="0"/>
          </a:p>
          <a:p>
            <a:r>
              <a:rPr lang="en-US" dirty="0"/>
              <a:t>Machine learning for anomaly detection</a:t>
            </a:r>
          </a:p>
          <a:p>
            <a:r>
              <a:rPr lang="en-US" dirty="0"/>
              <a:t>Multiple honeypot types (HTTP, database)</a:t>
            </a:r>
          </a:p>
          <a:p>
            <a:r>
              <a:rPr lang="en-US" dirty="0"/>
              <a:t>Integration with threat intelligence feeds</a:t>
            </a:r>
          </a:p>
          <a:p>
            <a:r>
              <a:rPr lang="en-US" dirty="0"/>
              <a:t>Automated incident response</a:t>
            </a:r>
          </a:p>
        </p:txBody>
      </p:sp>
    </p:spTree>
    <p:extLst>
      <p:ext uri="{BB962C8B-B14F-4D97-AF65-F5344CB8AC3E}">
        <p14:creationId xmlns:p14="http://schemas.microsoft.com/office/powerpoint/2010/main" val="418956877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3651</TotalTime>
  <Words>487</Words>
  <Application>Microsoft Office PowerPoint</Application>
  <PresentationFormat>On-screen Show (4:3)</PresentationFormat>
  <Paragraphs>130</Paragraphs>
  <Slides>14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8" baseType="lpstr">
      <vt:lpstr>Aptos</vt:lpstr>
      <vt:lpstr>Aptos Display</vt:lpstr>
      <vt:lpstr>Arial</vt:lpstr>
      <vt:lpstr>Office Theme</vt:lpstr>
      <vt:lpstr>Honeypot Cybersecurity Project</vt:lpstr>
      <vt:lpstr>What Is a Honeypot?</vt:lpstr>
      <vt:lpstr>Why Honeypots Matter</vt:lpstr>
      <vt:lpstr>Technical Architecture</vt:lpstr>
      <vt:lpstr>Technology Stack:</vt:lpstr>
      <vt:lpstr>Live Demo: Show Dashboard</vt:lpstr>
      <vt:lpstr>Live Demo: Show Dashboard</vt:lpstr>
      <vt:lpstr>Key Findings</vt:lpstr>
      <vt:lpstr>Key Findings</vt:lpstr>
      <vt:lpstr>Key Findings</vt:lpstr>
      <vt:lpstr>Key Findings</vt:lpstr>
      <vt:lpstr>Security Insights</vt:lpstr>
      <vt:lpstr>Project Value:</vt:lpstr>
      <vt:lpstr>Future Enhancements: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brian lupton</cp:lastModifiedBy>
  <cp:revision>3</cp:revision>
  <dcterms:created xsi:type="dcterms:W3CDTF">2013-01-27T09:14:16Z</dcterms:created>
  <dcterms:modified xsi:type="dcterms:W3CDTF">2026-02-23T19:51:40Z</dcterms:modified>
  <cp:category/>
</cp:coreProperties>
</file>